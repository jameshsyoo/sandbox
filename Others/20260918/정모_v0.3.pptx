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9" r:id="rId3"/>
    <p:sldId id="270" r:id="rId4"/>
    <p:sldId id="258" r:id="rId5"/>
    <p:sldId id="271" r:id="rId6"/>
    <p:sldId id="274" r:id="rId7"/>
    <p:sldId id="272" r:id="rId8"/>
    <p:sldId id="275" r:id="rId9"/>
    <p:sldId id="273" r:id="rId10"/>
    <p:sldId id="276" r:id="rId11"/>
    <p:sldId id="277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BBF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505"/>
    <p:restoredTop sz="94631"/>
  </p:normalViewPr>
  <p:slideViewPr>
    <p:cSldViewPr snapToGrid="0" snapToObjects="1">
      <p:cViewPr>
        <p:scale>
          <a:sx n="132" d="100"/>
          <a:sy n="132" d="100"/>
        </p:scale>
        <p:origin x="1640" y="5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6921A4-AD9A-0347-AF06-13B1FAE8E465}" type="datetimeFigureOut">
              <a:rPr kumimoji="1" lang="ko-KR" altLang="en-US" smtClean="0"/>
              <a:t>2026. 9. 18.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ECB533-9062-6841-870D-CDFE5B37F10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30092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CB533-9062-6841-870D-CDFE5B37F10A}" type="slidenum">
              <a:rPr kumimoji="1" lang="ko-KR" altLang="en-US" smtClean="0"/>
              <a:t>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861574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7F2E5-F05A-5E47-8EA3-D7ED531A9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F8A458D-28E9-02C6-2FDE-E4E5EF9775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35B9D79-4A31-9846-2618-917F40EDC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90C266-0C69-F785-B250-2790D8667A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CB533-9062-6841-870D-CDFE5B37F10A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955547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26080-7E56-1508-4808-1706FB762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607E61E-8E50-535A-84A1-0EEC668E02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51C0901-C13D-4C29-2D74-1026DE8265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33C3C4-7B12-2D19-1555-948D4D74C0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CB533-9062-6841-870D-CDFE5B37F10A}" type="slidenum">
              <a:rPr kumimoji="1" lang="ko-KR" altLang="en-US" smtClean="0"/>
              <a:t>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188489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20A42-85E8-FFCD-9E0E-1F769FCC2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AA145E9-AB34-309A-D6FC-9C3EC42FA8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4ED1A7D-4F5E-3A7C-4BD6-23E98B841C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87EC71-33CD-342E-A24C-EF795BE06C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CB533-9062-6841-870D-CDFE5B37F10A}" type="slidenum">
              <a:rPr kumimoji="1" lang="ko-KR" altLang="en-US" smtClean="0"/>
              <a:t>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642919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EF583-57D2-BCF7-F3BD-8C1E4475A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FB411F4-DD09-BC49-C3AD-0315A212A9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46453AD-2947-CE38-0B33-B73753E89A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038CF9-BD61-A8D2-CC3D-CCEC36A7B2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CB533-9062-6841-870D-CDFE5B37F10A}" type="slidenum">
              <a:rPr kumimoji="1" lang="ko-KR" altLang="en-US" smtClean="0"/>
              <a:t>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665273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94668" y="3020466"/>
            <a:ext cx="8802662" cy="700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520"/>
              </a:lnSpc>
            </a:pPr>
            <a:r>
              <a:rPr lang="en-US" altLang="ko-KR" sz="4800" b="1" dirty="0" err="1">
                <a:solidFill>
                  <a:srgbClr val="F0C987"/>
                </a:solidFill>
                <a:latin typeface="Cinzel"/>
              </a:rPr>
              <a:t>Whiscovery</a:t>
            </a:r>
            <a:r>
              <a:rPr lang="en-US" altLang="ko-KR" sz="4800" b="1" dirty="0">
                <a:solidFill>
                  <a:srgbClr val="F0C987"/>
                </a:solidFill>
                <a:latin typeface="Cinzel"/>
              </a:rPr>
              <a:t> CS</a:t>
            </a:r>
            <a:r>
              <a:rPr lang="ko-KR" altLang="en-US" sz="4800" b="1" dirty="0">
                <a:solidFill>
                  <a:srgbClr val="F0C987"/>
                </a:solidFill>
                <a:latin typeface="Cinzel"/>
              </a:rPr>
              <a:t> </a:t>
            </a:r>
            <a:r>
              <a:rPr lang="en-US" altLang="ko-KR" sz="4800" b="1" dirty="0">
                <a:solidFill>
                  <a:srgbClr val="F0C987"/>
                </a:solidFill>
                <a:latin typeface="Cinzel"/>
              </a:rPr>
              <a:t>9</a:t>
            </a:r>
            <a:r>
              <a:rPr lang="ko-KR" altLang="en-US" sz="4800" b="1" dirty="0">
                <a:solidFill>
                  <a:srgbClr val="F0C987"/>
                </a:solidFill>
                <a:latin typeface="Cinzel"/>
              </a:rPr>
              <a:t>월 정모</a:t>
            </a:r>
            <a:endParaRPr sz="4800" b="1" i="0" u="none" dirty="0">
              <a:solidFill>
                <a:srgbClr val="F0C987"/>
              </a:solidFill>
              <a:latin typeface="Cinze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04255" y="3911947"/>
            <a:ext cx="8383488" cy="3059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ko-KR" altLang="en-US" sz="1650" b="0" i="0" u="none" dirty="0">
                <a:solidFill>
                  <a:srgbClr val="A89A88"/>
                </a:solidFill>
                <a:latin typeface="Noto Sans KR Light"/>
              </a:rPr>
              <a:t>위스키의 </a:t>
            </a:r>
            <a:r>
              <a:rPr lang="en-US" altLang="ko-KR" sz="1650" b="0" i="0" u="none" dirty="0">
                <a:solidFill>
                  <a:srgbClr val="A89A88"/>
                </a:solidFill>
                <a:latin typeface="Noto Sans KR Light"/>
              </a:rPr>
              <a:t>54</a:t>
            </a:r>
            <a:r>
              <a:rPr lang="ko-KR" altLang="en-US" sz="1650" b="0" i="0" u="none" dirty="0">
                <a:solidFill>
                  <a:srgbClr val="A89A88"/>
                </a:solidFill>
                <a:latin typeface="Noto Sans KR Light"/>
              </a:rPr>
              <a:t>가지 노트</a:t>
            </a:r>
            <a:endParaRPr sz="1650" b="0" i="0" u="none" dirty="0">
              <a:solidFill>
                <a:srgbClr val="A89A88"/>
              </a:solidFill>
              <a:latin typeface="Noto Sans KR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C00FF-3A31-AE88-0CC0-1926A724F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B523FB9A-2932-519A-4464-E1DB415645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1916" y="-40341"/>
            <a:ext cx="12345634" cy="6938682"/>
          </a:xfrm>
          <a:prstGeom prst="rect">
            <a:avLst/>
          </a:prstGeom>
        </p:spPr>
      </p:pic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23699218-4318-035D-899E-55B19DC678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848" y="1419654"/>
            <a:ext cx="10566219" cy="49049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3B3F21C-5FCF-CAC5-52DC-1B6A7F9E7BA8}"/>
              </a:ext>
            </a:extLst>
          </p:cNvPr>
          <p:cNvSpPr txBox="1"/>
          <p:nvPr/>
        </p:nvSpPr>
        <p:spPr>
          <a:xfrm>
            <a:off x="1087755" y="1691848"/>
            <a:ext cx="6317092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2800" b="0" i="0" u="none" dirty="0">
                <a:solidFill>
                  <a:srgbClr val="F7F3EC"/>
                </a:solidFill>
                <a:latin typeface="Cinzel SemiBold"/>
              </a:rPr>
              <a:t>팀 뽑기 </a:t>
            </a:r>
            <a:r>
              <a:rPr lang="en-US" altLang="ko-KR" sz="2800" b="0" i="0" u="none" dirty="0">
                <a:solidFill>
                  <a:srgbClr val="F7F3EC"/>
                </a:solidFill>
                <a:latin typeface="Cinzel SemiBold"/>
              </a:rPr>
              <a:t>&amp;</a:t>
            </a:r>
            <a:r>
              <a:rPr lang="ko-KR" altLang="en-US" sz="2800" b="0" i="0" u="none" dirty="0">
                <a:solidFill>
                  <a:srgbClr val="F7F3EC"/>
                </a:solidFill>
                <a:latin typeface="Cinzel SemiBold"/>
              </a:rPr>
              <a:t> 팀원과 함께 위스키 맞추기</a:t>
            </a:r>
            <a:endParaRPr sz="2800" b="0" i="0" u="none" dirty="0">
              <a:solidFill>
                <a:srgbClr val="F7F3EC"/>
              </a:solidFill>
              <a:latin typeface="Cinzel SemiBold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DD4C147-2B69-0750-EA7C-ECF10EFF219B}"/>
              </a:ext>
            </a:extLst>
          </p:cNvPr>
          <p:cNvSpPr txBox="1"/>
          <p:nvPr/>
        </p:nvSpPr>
        <p:spPr>
          <a:xfrm>
            <a:off x="628650" y="533400"/>
            <a:ext cx="11481435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2700" b="1" i="0" u="none" dirty="0">
                <a:solidFill>
                  <a:srgbClr val="E2B466"/>
                </a:solidFill>
                <a:latin typeface="Cinzel"/>
              </a:rPr>
              <a:t>오늘의 퀘스트</a:t>
            </a:r>
            <a:endParaRPr sz="2700" b="1" i="0" u="none" dirty="0">
              <a:solidFill>
                <a:srgbClr val="E2B466"/>
              </a:solidFill>
              <a:latin typeface="Cinzel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A1C71A4-3FA3-24F7-9EBB-6346B58B7074}"/>
              </a:ext>
            </a:extLst>
          </p:cNvPr>
          <p:cNvSpPr/>
          <p:nvPr/>
        </p:nvSpPr>
        <p:spPr>
          <a:xfrm>
            <a:off x="628650" y="1114425"/>
            <a:ext cx="10934700" cy="9525"/>
          </a:xfrm>
          <a:prstGeom prst="rect">
            <a:avLst/>
          </a:prstGeom>
          <a:solidFill>
            <a:srgbClr val="3A3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1FDA3E4-71BD-C2AF-CC5C-A421A9AE7369}"/>
              </a:ext>
            </a:extLst>
          </p:cNvPr>
          <p:cNvSpPr txBox="1"/>
          <p:nvPr/>
        </p:nvSpPr>
        <p:spPr>
          <a:xfrm>
            <a:off x="1220552" y="2575207"/>
            <a:ext cx="9740698" cy="316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lang="ko-KR" altLang="en-US" sz="2000" b="0" i="0" u="none" dirty="0">
                <a:solidFill>
                  <a:srgbClr val="CBBFAE"/>
                </a:solidFill>
                <a:latin typeface="Noto Sans KR"/>
              </a:rPr>
              <a:t>총 </a:t>
            </a:r>
            <a:r>
              <a:rPr lang="en-US" altLang="ko-KR" sz="2000" b="0" i="0" u="none" dirty="0">
                <a:solidFill>
                  <a:srgbClr val="CBBFAE"/>
                </a:solidFill>
                <a:latin typeface="Noto Sans KR"/>
              </a:rPr>
              <a:t>4</a:t>
            </a:r>
            <a:r>
              <a:rPr lang="ko-KR" altLang="en-US" sz="2000" b="0" i="0" u="none" dirty="0">
                <a:solidFill>
                  <a:srgbClr val="CBBFAE"/>
                </a:solidFill>
                <a:latin typeface="Noto Sans KR"/>
              </a:rPr>
              <a:t>개의 위스키를 블라인드로 마셔보고 향을 추측하고 위스키 맞추기</a:t>
            </a:r>
            <a:r>
              <a:rPr lang="en-US" altLang="ko-KR" sz="2000" b="0" i="0" u="none" dirty="0">
                <a:solidFill>
                  <a:srgbClr val="CBBFAE"/>
                </a:solidFill>
                <a:latin typeface="Noto Sans KR"/>
              </a:rPr>
              <a:t>!</a:t>
            </a:r>
          </a:p>
          <a:p>
            <a:pPr algn="l">
              <a:lnSpc>
                <a:spcPts val="2039"/>
              </a:lnSpc>
            </a:pPr>
            <a:endParaRPr lang="en-US" altLang="ko-KR" sz="2000" dirty="0">
              <a:solidFill>
                <a:srgbClr val="CBBFAE"/>
              </a:solidFill>
              <a:latin typeface="Noto Sans KR"/>
            </a:endParaRPr>
          </a:p>
          <a:p>
            <a:pPr algn="l">
              <a:lnSpc>
                <a:spcPct val="150000"/>
              </a:lnSpc>
            </a:pPr>
            <a:r>
              <a:rPr lang="ko-KR" altLang="en-US" sz="2000" dirty="0">
                <a:solidFill>
                  <a:srgbClr val="CBBFAE"/>
                </a:solidFill>
                <a:latin typeface="Noto Sans KR"/>
              </a:rPr>
              <a:t>  </a:t>
            </a:r>
            <a:r>
              <a:rPr lang="en-US" altLang="ko-KR" sz="2000" dirty="0">
                <a:solidFill>
                  <a:srgbClr val="CBBFAE"/>
                </a:solidFill>
                <a:latin typeface="Noto Sans KR"/>
              </a:rPr>
              <a:t>1)</a:t>
            </a:r>
            <a:r>
              <a:rPr lang="ko-KR" altLang="en-US" sz="2000" dirty="0">
                <a:solidFill>
                  <a:srgbClr val="CBBFAE"/>
                </a:solidFill>
                <a:latin typeface="Noto Sans KR"/>
              </a:rPr>
              <a:t> 각 팀원과 위스키를 음용 해보고 추측한 향을 메모</a:t>
            </a:r>
            <a:endParaRPr lang="en-US" altLang="ko-KR" sz="2000" dirty="0">
              <a:solidFill>
                <a:srgbClr val="CBBFAE"/>
              </a:solidFill>
              <a:latin typeface="Noto Sans KR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>
                <a:solidFill>
                  <a:srgbClr val="CBBFAE"/>
                </a:solidFill>
                <a:latin typeface="Noto Sans KR"/>
              </a:rPr>
              <a:t>  2)</a:t>
            </a:r>
            <a:r>
              <a:rPr lang="ko-KR" altLang="en-US" sz="2000" dirty="0">
                <a:solidFill>
                  <a:srgbClr val="CBBFAE"/>
                </a:solidFill>
                <a:latin typeface="Noto Sans KR"/>
              </a:rPr>
              <a:t> 해당 위스키에 들어 있는 향 키트들을 맡아보고 다시 위스키를 마시며 비교하기</a:t>
            </a:r>
            <a:endParaRPr lang="en-US" altLang="ko-KR" sz="2000" dirty="0">
              <a:solidFill>
                <a:srgbClr val="CBBFAE"/>
              </a:solidFill>
              <a:latin typeface="Noto Sans KR"/>
            </a:endParaRPr>
          </a:p>
          <a:p>
            <a:pPr algn="l">
              <a:lnSpc>
                <a:spcPct val="150000"/>
              </a:lnSpc>
            </a:pPr>
            <a:r>
              <a:rPr lang="ko-KR" altLang="en-US" sz="2000" dirty="0">
                <a:solidFill>
                  <a:srgbClr val="CBBFAE"/>
                </a:solidFill>
                <a:latin typeface="Noto Sans KR"/>
              </a:rPr>
              <a:t>  </a:t>
            </a:r>
            <a:r>
              <a:rPr lang="en-US" altLang="ko-KR" sz="2000" dirty="0">
                <a:solidFill>
                  <a:srgbClr val="CBBFAE"/>
                </a:solidFill>
                <a:latin typeface="Noto Sans KR"/>
              </a:rPr>
              <a:t>3)</a:t>
            </a:r>
            <a:r>
              <a:rPr lang="ko-KR" altLang="en-US" sz="2000" dirty="0">
                <a:solidFill>
                  <a:srgbClr val="CBBFAE"/>
                </a:solidFill>
                <a:latin typeface="Noto Sans KR"/>
              </a:rPr>
              <a:t> 위스키와 노트 공개</a:t>
            </a:r>
            <a:r>
              <a:rPr lang="en-US" altLang="ko-KR" sz="2000" dirty="0">
                <a:solidFill>
                  <a:srgbClr val="CBBFAE"/>
                </a:solidFill>
                <a:latin typeface="Noto Sans KR"/>
              </a:rPr>
              <a:t>!</a:t>
            </a:r>
          </a:p>
          <a:p>
            <a:pPr algn="l">
              <a:lnSpc>
                <a:spcPts val="2039"/>
              </a:lnSpc>
            </a:pPr>
            <a:endParaRPr lang="en-US" altLang="ko-KR" sz="2000" dirty="0">
              <a:solidFill>
                <a:srgbClr val="CBBFAE"/>
              </a:solidFill>
              <a:latin typeface="Noto Sans KR"/>
            </a:endParaRPr>
          </a:p>
          <a:p>
            <a:pPr algn="l">
              <a:lnSpc>
                <a:spcPts val="2039"/>
              </a:lnSpc>
            </a:pPr>
            <a:endParaRPr lang="en-US" altLang="ko-KR" sz="2000" dirty="0">
              <a:solidFill>
                <a:srgbClr val="CBBFAE"/>
              </a:solidFill>
              <a:latin typeface="Noto Sans KR"/>
            </a:endParaRPr>
          </a:p>
          <a:p>
            <a:pPr algn="l">
              <a:lnSpc>
                <a:spcPts val="2039"/>
              </a:lnSpc>
            </a:pPr>
            <a:endParaRPr lang="en-US" altLang="ko-KR" sz="2000" b="0" i="0" u="none" dirty="0">
              <a:solidFill>
                <a:srgbClr val="CBBFAE"/>
              </a:solidFill>
              <a:latin typeface="Noto Sans KR"/>
            </a:endParaRPr>
          </a:p>
          <a:p>
            <a:pPr algn="l">
              <a:lnSpc>
                <a:spcPts val="2039"/>
              </a:lnSpc>
            </a:pPr>
            <a:r>
              <a:rPr lang="ko-KR" altLang="en-US" sz="1600" b="0" i="0" u="none" dirty="0">
                <a:solidFill>
                  <a:srgbClr val="CBBFAE"/>
                </a:solidFill>
                <a:latin typeface="Noto Sans KR"/>
              </a:rPr>
              <a:t>벌칙 </a:t>
            </a:r>
            <a:r>
              <a:rPr lang="en-US" altLang="ko-KR" sz="1600" b="0" i="0" u="none" dirty="0">
                <a:solidFill>
                  <a:srgbClr val="CBBFAE"/>
                </a:solidFill>
                <a:latin typeface="Noto Sans KR"/>
              </a:rPr>
              <a:t>:</a:t>
            </a:r>
            <a:r>
              <a:rPr lang="ko-KR" altLang="en-US" sz="1600" b="0" i="0" u="none" dirty="0">
                <a:solidFill>
                  <a:srgbClr val="CBBFAE"/>
                </a:solidFill>
                <a:latin typeface="Noto Sans KR"/>
              </a:rPr>
              <a:t> 가장 못 맞춘 팀은 </a:t>
            </a:r>
            <a:r>
              <a:rPr lang="en-US" altLang="ko-KR" sz="1600" dirty="0">
                <a:solidFill>
                  <a:srgbClr val="CBBFAE"/>
                </a:solidFill>
                <a:latin typeface="Noto Sans KR"/>
              </a:rPr>
              <a:t>10,</a:t>
            </a:r>
            <a:r>
              <a:rPr lang="ko-KR" altLang="en-US" sz="1600" dirty="0">
                <a:solidFill>
                  <a:srgbClr val="CBBFAE"/>
                </a:solidFill>
                <a:latin typeface="Noto Sans KR"/>
              </a:rPr>
              <a:t> </a:t>
            </a:r>
            <a:r>
              <a:rPr lang="en-US" altLang="ko-KR" sz="1600" dirty="0">
                <a:solidFill>
                  <a:srgbClr val="CBBFAE"/>
                </a:solidFill>
                <a:latin typeface="Noto Sans KR"/>
              </a:rPr>
              <a:t>11,</a:t>
            </a:r>
            <a:r>
              <a:rPr lang="ko-KR" altLang="en-US" sz="1600" dirty="0">
                <a:solidFill>
                  <a:srgbClr val="CBBFAE"/>
                </a:solidFill>
                <a:latin typeface="Noto Sans KR"/>
              </a:rPr>
              <a:t> </a:t>
            </a:r>
            <a:r>
              <a:rPr lang="en-US" altLang="ko-KR" sz="1600" dirty="0">
                <a:solidFill>
                  <a:srgbClr val="CBBFAE"/>
                </a:solidFill>
                <a:latin typeface="Noto Sans KR"/>
              </a:rPr>
              <a:t>12</a:t>
            </a:r>
            <a:r>
              <a:rPr lang="ko-KR" altLang="en-US" sz="1600" dirty="0">
                <a:solidFill>
                  <a:srgbClr val="CBBFAE"/>
                </a:solidFill>
                <a:latin typeface="Noto Sans KR"/>
              </a:rPr>
              <a:t>월에 각자 </a:t>
            </a:r>
            <a:r>
              <a:rPr lang="en-US" altLang="ko-KR" sz="1600" b="1" dirty="0">
                <a:solidFill>
                  <a:srgbClr val="CBBFAE"/>
                </a:solidFill>
                <a:latin typeface="Noto Sans KR"/>
              </a:rPr>
              <a:t>“</a:t>
            </a:r>
            <a:r>
              <a:rPr lang="ko-KR" altLang="en-US" sz="1600" b="1" dirty="0">
                <a:solidFill>
                  <a:srgbClr val="CBBFAE"/>
                </a:solidFill>
                <a:latin typeface="Noto Sans KR"/>
              </a:rPr>
              <a:t>혼자</a:t>
            </a:r>
            <a:r>
              <a:rPr lang="en-US" altLang="ko-KR" sz="1600" b="1" dirty="0">
                <a:solidFill>
                  <a:srgbClr val="CBBFAE"/>
                </a:solidFill>
                <a:latin typeface="Noto Sans KR"/>
              </a:rPr>
              <a:t>”</a:t>
            </a:r>
            <a:r>
              <a:rPr lang="ko-KR" altLang="en-US" sz="1600" b="1" dirty="0">
                <a:solidFill>
                  <a:srgbClr val="CBBFAE"/>
                </a:solidFill>
                <a:latin typeface="Noto Sans KR"/>
              </a:rPr>
              <a:t> </a:t>
            </a:r>
            <a:r>
              <a:rPr lang="ko-KR" altLang="en-US" sz="1600" dirty="0">
                <a:solidFill>
                  <a:srgbClr val="CBBFAE"/>
                </a:solidFill>
                <a:latin typeface="Noto Sans KR"/>
              </a:rPr>
              <a:t>위스키바에 가서 다른 팀이 </a:t>
            </a:r>
            <a:endParaRPr lang="en-US" altLang="ko-KR" sz="1600" dirty="0">
              <a:solidFill>
                <a:srgbClr val="CBBFAE"/>
              </a:solidFill>
              <a:latin typeface="Noto Sans KR"/>
            </a:endParaRPr>
          </a:p>
          <a:p>
            <a:pPr algn="l">
              <a:lnSpc>
                <a:spcPts val="2039"/>
              </a:lnSpc>
            </a:pPr>
            <a:r>
              <a:rPr lang="ko-KR" altLang="en-US" sz="1600" dirty="0">
                <a:solidFill>
                  <a:srgbClr val="CBBFAE"/>
                </a:solidFill>
                <a:latin typeface="Noto Sans KR"/>
              </a:rPr>
              <a:t>            제안하는 미션을 수행 </a:t>
            </a:r>
            <a:endParaRPr sz="1600" b="1" i="0" u="none" dirty="0">
              <a:solidFill>
                <a:srgbClr val="CBBFAE"/>
              </a:solidFill>
              <a:latin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2761637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33DB8-4EFF-963D-2B84-859C748E9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55B62A87-CC78-82E0-6148-095854CEED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1916" y="-40341"/>
            <a:ext cx="12345634" cy="6938682"/>
          </a:xfrm>
          <a:prstGeom prst="rect">
            <a:avLst/>
          </a:prstGeom>
        </p:spPr>
      </p:pic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435CF280-119F-7872-8899-86E311EC13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848" y="1419654"/>
            <a:ext cx="10566219" cy="490494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2D6D31F-F26E-EDBC-D37C-502514C99B70}"/>
              </a:ext>
            </a:extLst>
          </p:cNvPr>
          <p:cNvSpPr txBox="1"/>
          <p:nvPr/>
        </p:nvSpPr>
        <p:spPr>
          <a:xfrm>
            <a:off x="628650" y="533400"/>
            <a:ext cx="11481435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2700" b="1" i="0" u="none" dirty="0">
                <a:solidFill>
                  <a:srgbClr val="E2B466"/>
                </a:solidFill>
                <a:latin typeface="Cinzel"/>
              </a:rPr>
              <a:t>첫 번째 위스키</a:t>
            </a:r>
            <a:endParaRPr sz="2700" b="1" i="0" u="none" dirty="0">
              <a:solidFill>
                <a:srgbClr val="E2B466"/>
              </a:solidFill>
              <a:latin typeface="Cinzel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F54B256-8619-8460-FBAA-2D322CE02513}"/>
              </a:ext>
            </a:extLst>
          </p:cNvPr>
          <p:cNvSpPr/>
          <p:nvPr/>
        </p:nvSpPr>
        <p:spPr>
          <a:xfrm>
            <a:off x="628650" y="1114425"/>
            <a:ext cx="10934700" cy="9525"/>
          </a:xfrm>
          <a:prstGeom prst="rect">
            <a:avLst/>
          </a:prstGeom>
          <a:solidFill>
            <a:srgbClr val="3A3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2ACE71-20CB-5DC5-7EC4-3441A2BA15E7}"/>
              </a:ext>
            </a:extLst>
          </p:cNvPr>
          <p:cNvSpPr txBox="1"/>
          <p:nvPr/>
        </p:nvSpPr>
        <p:spPr>
          <a:xfrm>
            <a:off x="1087755" y="1691848"/>
            <a:ext cx="6317092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4000" b="0" i="0" u="none" dirty="0">
                <a:solidFill>
                  <a:srgbClr val="F7F3EC"/>
                </a:solidFill>
                <a:latin typeface="Cinzel SemiBold"/>
              </a:rPr>
              <a:t>향 보기</a:t>
            </a:r>
            <a:endParaRPr sz="4000" b="0" i="0" u="none" dirty="0">
              <a:solidFill>
                <a:srgbClr val="F7F3EC"/>
              </a:solidFill>
              <a:latin typeface="Cinzel Semi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2E6C4E-F88A-1407-620F-4AF8D7CFB416}"/>
              </a:ext>
            </a:extLst>
          </p:cNvPr>
          <p:cNvSpPr txBox="1"/>
          <p:nvPr/>
        </p:nvSpPr>
        <p:spPr>
          <a:xfrm>
            <a:off x="1220552" y="2579595"/>
            <a:ext cx="9740698" cy="22848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200000"/>
              </a:lnSpc>
            </a:pPr>
            <a:r>
              <a:rPr lang="ko-KR" altLang="en-US" sz="4000" dirty="0">
                <a:solidFill>
                  <a:srgbClr val="CBBFAE"/>
                </a:solidFill>
                <a:latin typeface="Noto Sans KR"/>
              </a:rPr>
              <a:t>건포도</a:t>
            </a:r>
            <a:r>
              <a:rPr lang="en-US" altLang="ko-KR" sz="4000" dirty="0">
                <a:solidFill>
                  <a:srgbClr val="CBBFAE"/>
                </a:solidFill>
                <a:latin typeface="Noto Sans KR"/>
              </a:rPr>
              <a:t>	</a:t>
            </a:r>
            <a:r>
              <a:rPr lang="ko-KR" altLang="en-US" sz="4000" dirty="0">
                <a:solidFill>
                  <a:srgbClr val="CBBFAE"/>
                </a:solidFill>
                <a:latin typeface="Noto Sans KR"/>
              </a:rPr>
              <a:t>코코넛</a:t>
            </a:r>
            <a:r>
              <a:rPr lang="en-US" altLang="ko-KR" sz="4000" dirty="0">
                <a:solidFill>
                  <a:srgbClr val="CBBFAE"/>
                </a:solidFill>
                <a:latin typeface="Noto Sans KR"/>
              </a:rPr>
              <a:t>	</a:t>
            </a:r>
            <a:r>
              <a:rPr lang="ko-KR" altLang="en-US" sz="4000" dirty="0">
                <a:solidFill>
                  <a:srgbClr val="CBBFAE"/>
                </a:solidFill>
                <a:latin typeface="Noto Sans KR"/>
              </a:rPr>
              <a:t> 꿀</a:t>
            </a:r>
            <a:r>
              <a:rPr lang="en-US" altLang="ko-KR" sz="4000" dirty="0">
                <a:solidFill>
                  <a:srgbClr val="CBBFAE"/>
                </a:solidFill>
                <a:latin typeface="Noto Sans KR"/>
              </a:rPr>
              <a:t>	</a:t>
            </a:r>
            <a:r>
              <a:rPr lang="ko-KR" altLang="en-US" sz="4000" dirty="0">
                <a:solidFill>
                  <a:srgbClr val="CBBFAE"/>
                </a:solidFill>
                <a:latin typeface="Noto Sans KR"/>
              </a:rPr>
              <a:t>고무 </a:t>
            </a:r>
            <a:r>
              <a:rPr lang="en-US" altLang="ko-KR" sz="4000" dirty="0">
                <a:solidFill>
                  <a:srgbClr val="CBBFAE"/>
                </a:solidFill>
                <a:latin typeface="Noto Sans KR"/>
              </a:rPr>
              <a:t>	</a:t>
            </a:r>
            <a:r>
              <a:rPr lang="ko-KR" altLang="en-US" sz="4000" dirty="0">
                <a:solidFill>
                  <a:srgbClr val="CBBFAE"/>
                </a:solidFill>
                <a:latin typeface="Noto Sans KR"/>
              </a:rPr>
              <a:t>자두 </a:t>
            </a:r>
            <a:endParaRPr lang="en-US" altLang="ko-KR" sz="4000" dirty="0">
              <a:solidFill>
                <a:srgbClr val="CBBFAE"/>
              </a:solidFill>
              <a:latin typeface="Noto Sans KR"/>
            </a:endParaRPr>
          </a:p>
          <a:p>
            <a:pPr algn="ctr">
              <a:lnSpc>
                <a:spcPct val="200000"/>
              </a:lnSpc>
            </a:pPr>
            <a:r>
              <a:rPr lang="ko-KR" altLang="en-US" sz="4000" dirty="0">
                <a:solidFill>
                  <a:srgbClr val="CBBFAE"/>
                </a:solidFill>
                <a:latin typeface="Noto Sans KR"/>
              </a:rPr>
              <a:t>스파이시</a:t>
            </a:r>
            <a:r>
              <a:rPr lang="en-US" altLang="ko-KR" sz="4000" dirty="0">
                <a:solidFill>
                  <a:srgbClr val="CBBFAE"/>
                </a:solidFill>
                <a:latin typeface="Noto Sans KR"/>
              </a:rPr>
              <a:t>	</a:t>
            </a:r>
            <a:r>
              <a:rPr lang="ko-KR" altLang="en-US" sz="4000" dirty="0">
                <a:solidFill>
                  <a:srgbClr val="CBBFAE"/>
                </a:solidFill>
                <a:latin typeface="Noto Sans KR"/>
              </a:rPr>
              <a:t>무화과 오크</a:t>
            </a:r>
            <a:endParaRPr lang="en-US" altLang="ko-KR" sz="4000" dirty="0">
              <a:solidFill>
                <a:srgbClr val="CBBFAE"/>
              </a:solidFill>
              <a:latin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1438361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28650" y="533400"/>
            <a:ext cx="11481435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2700" b="1" dirty="0">
                <a:solidFill>
                  <a:srgbClr val="E2B466"/>
                </a:solidFill>
                <a:latin typeface="Cinzel"/>
              </a:rPr>
              <a:t>첫 번째 위스키</a:t>
            </a:r>
            <a:r>
              <a:rPr lang="en-US" altLang="ko-KR" sz="2700" b="1" dirty="0">
                <a:solidFill>
                  <a:srgbClr val="E2B466"/>
                </a:solidFill>
                <a:latin typeface="Cinzel"/>
              </a:rPr>
              <a:t> – </a:t>
            </a:r>
            <a:r>
              <a:rPr lang="ko-KR" altLang="en-US" sz="2700" b="1" dirty="0" err="1">
                <a:solidFill>
                  <a:srgbClr val="E2B466"/>
                </a:solidFill>
                <a:latin typeface="Cinzel"/>
              </a:rPr>
              <a:t>에드라두어</a:t>
            </a:r>
            <a:r>
              <a:rPr lang="ko-KR" altLang="en-US" sz="2700" b="1" dirty="0">
                <a:solidFill>
                  <a:srgbClr val="E2B466"/>
                </a:solidFill>
                <a:latin typeface="Cinzel"/>
              </a:rPr>
              <a:t> </a:t>
            </a:r>
            <a:r>
              <a:rPr lang="en-US" altLang="ko-KR" sz="2700" b="1" dirty="0">
                <a:solidFill>
                  <a:srgbClr val="E2B466"/>
                </a:solidFill>
                <a:latin typeface="Cinzel"/>
              </a:rPr>
              <a:t>10Y,</a:t>
            </a:r>
            <a:r>
              <a:rPr lang="ko-KR" altLang="en-US" sz="2700" b="1" dirty="0">
                <a:solidFill>
                  <a:srgbClr val="E2B466"/>
                </a:solidFill>
                <a:latin typeface="Cinzel"/>
              </a:rPr>
              <a:t> </a:t>
            </a:r>
            <a:r>
              <a:rPr lang="en-US" altLang="ko-KR" sz="2700" b="1" dirty="0">
                <a:solidFill>
                  <a:srgbClr val="E2B466"/>
                </a:solidFill>
                <a:latin typeface="Cinzel"/>
              </a:rPr>
              <a:t>40%</a:t>
            </a:r>
            <a:endParaRPr sz="2700" b="1" i="0" u="none" dirty="0">
              <a:solidFill>
                <a:srgbClr val="E2B466"/>
              </a:solidFill>
              <a:latin typeface="Cinzel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28650" y="1114425"/>
            <a:ext cx="10934700" cy="9525"/>
          </a:xfrm>
          <a:prstGeom prst="rect">
            <a:avLst/>
          </a:prstGeom>
          <a:solidFill>
            <a:srgbClr val="3A3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D791438F-7163-6F58-B441-55C01EA8C089}"/>
              </a:ext>
            </a:extLst>
          </p:cNvPr>
          <p:cNvGrpSpPr/>
          <p:nvPr/>
        </p:nvGrpSpPr>
        <p:grpSpPr>
          <a:xfrm>
            <a:off x="628650" y="1667247"/>
            <a:ext cx="4905375" cy="4297351"/>
            <a:chOff x="628650" y="1667247"/>
            <a:chExt cx="4905375" cy="4297351"/>
          </a:xfrm>
        </p:grpSpPr>
        <p:pic>
          <p:nvPicPr>
            <p:cNvPr id="26" name="Picture 2" descr="image.png">
              <a:extLst>
                <a:ext uri="{FF2B5EF4-FFF2-40B4-BE49-F238E27FC236}">
                  <a16:creationId xmlns:a16="http://schemas.microsoft.com/office/drawing/2014/main" id="{1691C188-F26A-DF5D-62F4-267D8848BF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8650" y="1667247"/>
              <a:ext cx="4905375" cy="4297351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DE78B9F-7257-85C2-5883-6CC96C2FB2C2}"/>
                </a:ext>
              </a:extLst>
            </p:cNvPr>
            <p:cNvSpPr txBox="1"/>
            <p:nvPr/>
          </p:nvSpPr>
          <p:spPr>
            <a:xfrm>
              <a:off x="948064" y="2028841"/>
              <a:ext cx="4120887" cy="33157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marL="285750" indent="-285750" algn="l">
                <a:lnSpc>
                  <a:spcPts val="2039"/>
                </a:lnSpc>
                <a:buFont typeface="Arial" panose="020B0604020202020204" pitchFamily="34" charset="0"/>
                <a:buChar char="•"/>
              </a:pPr>
              <a:r>
                <a:rPr lang="en-US" altLang="ko-KR" sz="1400" b="0" i="0" u="none" dirty="0">
                  <a:solidFill>
                    <a:srgbClr val="CBBFAE"/>
                  </a:solidFill>
                  <a:latin typeface="Noto Sans KR"/>
                </a:rPr>
                <a:t>1825</a:t>
              </a:r>
              <a:r>
                <a:rPr lang="ko-KR" altLang="en-US" sz="1400" b="0" i="0" u="none" dirty="0">
                  <a:solidFill>
                    <a:srgbClr val="CBBFAE"/>
                  </a:solidFill>
                  <a:latin typeface="Noto Sans KR"/>
                </a:rPr>
                <a:t>년에 </a:t>
              </a: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여덟 명의 지역농부들이 설립한 </a:t>
              </a:r>
              <a:r>
                <a:rPr lang="ko-KR" altLang="en-US" sz="1400" dirty="0" err="1">
                  <a:solidFill>
                    <a:srgbClr val="CBBFAE"/>
                  </a:solidFill>
                  <a:latin typeface="Noto Sans KR"/>
                </a:rPr>
                <a:t>에드라두어</a:t>
              </a: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 증류소는 스코틀랜드에서 가장 작고 매력적인 싱글 </a:t>
              </a:r>
              <a:r>
                <a:rPr lang="ko-KR" altLang="en-US" sz="1400" dirty="0" err="1">
                  <a:solidFill>
                    <a:srgbClr val="CBBFAE"/>
                  </a:solidFill>
                  <a:latin typeface="Noto Sans KR"/>
                </a:rPr>
                <a:t>몰트</a:t>
              </a: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 위스키 </a:t>
              </a:r>
              <a:r>
                <a:rPr lang="ko-KR" altLang="en-US" sz="1400" dirty="0" err="1">
                  <a:solidFill>
                    <a:srgbClr val="CBBFAE"/>
                  </a:solidFill>
                  <a:latin typeface="Noto Sans KR"/>
                </a:rPr>
                <a:t>증류소</a:t>
              </a:r>
              <a:endParaRPr lang="en-US" altLang="ko-KR" sz="1400" b="0" i="0" u="none" dirty="0">
                <a:solidFill>
                  <a:srgbClr val="CBBFAE"/>
                </a:solidFill>
                <a:latin typeface="Noto Sans KR"/>
              </a:endParaRPr>
            </a:p>
            <a:p>
              <a:pPr marL="285750" indent="-285750" algn="l">
                <a:lnSpc>
                  <a:spcPts val="2039"/>
                </a:lnSpc>
                <a:buFont typeface="Arial" panose="020B0604020202020204" pitchFamily="34" charset="0"/>
                <a:buChar char="•"/>
              </a:pPr>
              <a:endParaRPr lang="en-US" sz="1400" dirty="0">
                <a:solidFill>
                  <a:srgbClr val="CBBFAE"/>
                </a:solidFill>
                <a:latin typeface="Noto Sans KR"/>
              </a:endParaRPr>
            </a:p>
            <a:p>
              <a:pPr marL="285750" indent="-285750" algn="l">
                <a:lnSpc>
                  <a:spcPts val="2039"/>
                </a:lnSpc>
                <a:buFont typeface="Arial" panose="020B0604020202020204" pitchFamily="34" charset="0"/>
                <a:buChar char="•"/>
              </a:pPr>
              <a:r>
                <a:rPr lang="ko-KR" altLang="en-US" sz="1400" b="0" i="0" u="none" dirty="0">
                  <a:solidFill>
                    <a:srgbClr val="CBBFAE"/>
                  </a:solidFill>
                  <a:latin typeface="Noto Sans KR"/>
                </a:rPr>
                <a:t>독립병입 회사인 </a:t>
              </a:r>
              <a:r>
                <a:rPr lang="ko-KR" altLang="en-US" sz="1400" b="0" i="0" u="none" dirty="0" err="1">
                  <a:solidFill>
                    <a:srgbClr val="CBBFAE"/>
                  </a:solidFill>
                  <a:latin typeface="Noto Sans KR"/>
                </a:rPr>
                <a:t>시그나토리</a:t>
              </a:r>
              <a:r>
                <a:rPr lang="ko-KR" altLang="en-US" sz="1400" b="0" i="0" u="none" dirty="0">
                  <a:solidFill>
                    <a:srgbClr val="CBBFAE"/>
                  </a:solidFill>
                  <a:latin typeface="Noto Sans KR"/>
                </a:rPr>
                <a:t> 소속 </a:t>
              </a:r>
              <a:r>
                <a:rPr lang="ko-KR" altLang="en-US" sz="1400" b="0" i="0" u="none" dirty="0" err="1">
                  <a:solidFill>
                    <a:srgbClr val="CBBFAE"/>
                  </a:solidFill>
                  <a:latin typeface="Noto Sans KR"/>
                </a:rPr>
                <a:t>증류소</a:t>
              </a:r>
              <a:r>
                <a:rPr lang="ko-KR" altLang="en-US" sz="1400" b="0" i="0" u="none" dirty="0">
                  <a:solidFill>
                    <a:srgbClr val="CBBFAE"/>
                  </a:solidFill>
                  <a:latin typeface="Noto Sans KR"/>
                </a:rPr>
                <a:t> 이지만 과거에는 </a:t>
              </a:r>
              <a:r>
                <a:rPr lang="ko-KR" altLang="en-US" sz="1400" b="0" i="0" u="none" dirty="0" err="1">
                  <a:solidFill>
                    <a:srgbClr val="CBBFAE"/>
                  </a:solidFill>
                  <a:latin typeface="Noto Sans KR"/>
                </a:rPr>
                <a:t>페르노리카가</a:t>
              </a:r>
              <a:r>
                <a:rPr lang="ko-KR" altLang="en-US" sz="1400" b="0" i="0" u="none" dirty="0">
                  <a:solidFill>
                    <a:srgbClr val="CBBFAE"/>
                  </a:solidFill>
                  <a:latin typeface="Noto Sans KR"/>
                </a:rPr>
                <a:t> 소유</a:t>
              </a: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 </a:t>
              </a:r>
              <a:endParaRPr lang="en-US" altLang="ko-KR" sz="1400" b="0" i="0" u="none" dirty="0">
                <a:solidFill>
                  <a:srgbClr val="CBBFAE"/>
                </a:solidFill>
                <a:latin typeface="Noto Sans KR"/>
              </a:endParaRPr>
            </a:p>
            <a:p>
              <a:pPr marL="285750" indent="-285750" algn="l">
                <a:lnSpc>
                  <a:spcPts val="2039"/>
                </a:lnSpc>
                <a:buFont typeface="Arial" panose="020B0604020202020204" pitchFamily="34" charset="0"/>
                <a:buChar char="•"/>
              </a:pPr>
              <a:endParaRPr lang="en-US" sz="1400" dirty="0">
                <a:solidFill>
                  <a:srgbClr val="CBBFAE"/>
                </a:solidFill>
                <a:latin typeface="Noto Sans KR"/>
              </a:endParaRPr>
            </a:p>
            <a:p>
              <a:pPr marL="285750" indent="-285750" algn="l">
                <a:lnSpc>
                  <a:spcPts val="2039"/>
                </a:lnSpc>
                <a:buFont typeface="Arial" panose="020B0604020202020204" pitchFamily="34" charset="0"/>
                <a:buChar char="•"/>
              </a:pPr>
              <a:r>
                <a:rPr lang="ko-KR" altLang="en-US" sz="1400" b="0" i="0" u="none" dirty="0" err="1">
                  <a:solidFill>
                    <a:srgbClr val="CBBFAE"/>
                  </a:solidFill>
                  <a:latin typeface="Noto Sans KR"/>
                </a:rPr>
                <a:t>맥아즙을</a:t>
              </a:r>
              <a:r>
                <a:rPr lang="ko-KR" altLang="en-US" sz="1400" b="0" i="0" u="none" dirty="0">
                  <a:solidFill>
                    <a:srgbClr val="CBBFAE"/>
                  </a:solidFill>
                  <a:latin typeface="Noto Sans KR"/>
                </a:rPr>
                <a:t> 냉각하는 </a:t>
              </a:r>
              <a:r>
                <a:rPr lang="ko-KR" altLang="en-US" sz="1400" b="0" i="0" u="none" dirty="0" err="1">
                  <a:solidFill>
                    <a:srgbClr val="CBBFAE"/>
                  </a:solidFill>
                  <a:latin typeface="Noto Sans KR"/>
                </a:rPr>
                <a:t>모튼</a:t>
              </a:r>
              <a:r>
                <a:rPr lang="ko-KR" altLang="en-US" sz="1400" b="0" i="0" u="none" dirty="0">
                  <a:solidFill>
                    <a:srgbClr val="CBBFAE"/>
                  </a:solidFill>
                  <a:latin typeface="Noto Sans KR"/>
                </a:rPr>
                <a:t> 냉장고와 하나의 웜 튜브에서 증류주를 냉각하는 두 개의 아담한 증류기를 비롯한 전통적인 특징을 간직하고 있음</a:t>
              </a:r>
              <a:endParaRPr lang="en-US" altLang="ko-KR" sz="1400" b="0" i="0" u="none" dirty="0">
                <a:solidFill>
                  <a:srgbClr val="CBBFAE"/>
                </a:solidFill>
                <a:latin typeface="Noto Sans KR"/>
              </a:endParaRPr>
            </a:p>
            <a:p>
              <a:pPr marL="285750" indent="-285750" algn="l">
                <a:lnSpc>
                  <a:spcPts val="2039"/>
                </a:lnSpc>
                <a:buFont typeface="Arial" panose="020B0604020202020204" pitchFamily="34" charset="0"/>
                <a:buChar char="•"/>
              </a:pPr>
              <a:endParaRPr lang="en-US" altLang="ko-KR" sz="1400" dirty="0">
                <a:solidFill>
                  <a:srgbClr val="CBBFAE"/>
                </a:solidFill>
                <a:latin typeface="Noto Sans KR"/>
              </a:endParaRPr>
            </a:p>
            <a:p>
              <a:pPr marL="285750" indent="-285750" algn="l">
                <a:lnSpc>
                  <a:spcPts val="2039"/>
                </a:lnSpc>
                <a:buFont typeface="Arial" panose="020B0604020202020204" pitchFamily="34" charset="0"/>
                <a:buChar char="•"/>
              </a:pPr>
              <a:r>
                <a:rPr lang="ko-KR" altLang="en-US" sz="1400" b="0" i="0" u="none" dirty="0">
                  <a:solidFill>
                    <a:srgbClr val="CBBFAE"/>
                  </a:solidFill>
                  <a:latin typeface="Noto Sans KR"/>
                </a:rPr>
                <a:t>셰리 </a:t>
              </a:r>
              <a:r>
                <a:rPr lang="ko-KR" altLang="en-US" sz="1400" b="0" i="0" u="none" dirty="0" err="1">
                  <a:solidFill>
                    <a:srgbClr val="CBBFAE"/>
                  </a:solidFill>
                  <a:latin typeface="Noto Sans KR"/>
                </a:rPr>
                <a:t>캐스크를</a:t>
              </a:r>
              <a:r>
                <a:rPr lang="ko-KR" altLang="en-US" sz="1400" b="0" i="0" u="none" dirty="0">
                  <a:solidFill>
                    <a:srgbClr val="CBBFAE"/>
                  </a:solidFill>
                  <a:latin typeface="Noto Sans KR"/>
                </a:rPr>
                <a:t> 주로 사용하며</a:t>
              </a:r>
              <a:r>
                <a:rPr lang="en-US" altLang="ko-KR" sz="1400" b="0" i="0" u="none" dirty="0">
                  <a:solidFill>
                    <a:srgbClr val="CBBFAE"/>
                  </a:solidFill>
                  <a:latin typeface="Noto Sans KR"/>
                </a:rPr>
                <a:t>,</a:t>
              </a:r>
              <a:r>
                <a:rPr lang="ko-KR" altLang="en-US" sz="1400" b="0" i="0" u="none" dirty="0">
                  <a:solidFill>
                    <a:srgbClr val="CBBFAE"/>
                  </a:solidFill>
                  <a:latin typeface="Noto Sans KR"/>
                </a:rPr>
                <a:t> 색소를 첨가하지 않았는데도 간장색에 가까운 색으로 유명</a:t>
              </a:r>
              <a:endParaRPr lang="en-US" altLang="ko-KR" sz="1400" b="0" i="0" u="none" dirty="0">
                <a:solidFill>
                  <a:srgbClr val="CBBFAE"/>
                </a:solidFill>
                <a:latin typeface="Noto Sans KR"/>
              </a:endParaRPr>
            </a:p>
          </p:txBody>
        </p:sp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4663112E-3AA8-CE31-7EE2-35896DFAC3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5341" y="1667247"/>
            <a:ext cx="6291060" cy="429735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653E9-F506-902F-5E93-5C48B30B1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270490E6-EB87-52B1-DD6B-BA2B33F9BA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1916" y="-40341"/>
            <a:ext cx="12345634" cy="6938682"/>
          </a:xfrm>
          <a:prstGeom prst="rect">
            <a:avLst/>
          </a:prstGeom>
        </p:spPr>
      </p:pic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DA111C23-902D-776F-B8CF-6237EAECF1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848" y="1419654"/>
            <a:ext cx="10566219" cy="490494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9460867-067B-A330-5BD2-02A0E1899B1E}"/>
              </a:ext>
            </a:extLst>
          </p:cNvPr>
          <p:cNvSpPr txBox="1"/>
          <p:nvPr/>
        </p:nvSpPr>
        <p:spPr>
          <a:xfrm>
            <a:off x="628650" y="533400"/>
            <a:ext cx="11481435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2700" b="1" dirty="0">
                <a:solidFill>
                  <a:srgbClr val="E2B466"/>
                </a:solidFill>
                <a:latin typeface="Cinzel"/>
              </a:rPr>
              <a:t>두</a:t>
            </a:r>
            <a:r>
              <a:rPr lang="ko-KR" altLang="en-US" sz="2700" b="1" i="0" u="none" dirty="0">
                <a:solidFill>
                  <a:srgbClr val="E2B466"/>
                </a:solidFill>
                <a:latin typeface="Cinzel"/>
              </a:rPr>
              <a:t> 번째 위스키</a:t>
            </a:r>
            <a:endParaRPr sz="2700" b="1" i="0" u="none" dirty="0">
              <a:solidFill>
                <a:srgbClr val="E2B466"/>
              </a:solidFill>
              <a:latin typeface="Cinzel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B1DC576-C2C0-E7CF-201D-85F6079C5233}"/>
              </a:ext>
            </a:extLst>
          </p:cNvPr>
          <p:cNvSpPr/>
          <p:nvPr/>
        </p:nvSpPr>
        <p:spPr>
          <a:xfrm>
            <a:off x="628650" y="1114425"/>
            <a:ext cx="10934700" cy="9525"/>
          </a:xfrm>
          <a:prstGeom prst="rect">
            <a:avLst/>
          </a:prstGeom>
          <a:solidFill>
            <a:srgbClr val="3A3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9A7233-BCAD-08E4-A91F-2D181F8F426C}"/>
              </a:ext>
            </a:extLst>
          </p:cNvPr>
          <p:cNvSpPr txBox="1"/>
          <p:nvPr/>
        </p:nvSpPr>
        <p:spPr>
          <a:xfrm>
            <a:off x="1087755" y="1691848"/>
            <a:ext cx="6317092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4000" b="0" i="0" u="none" dirty="0">
                <a:solidFill>
                  <a:srgbClr val="F7F3EC"/>
                </a:solidFill>
                <a:latin typeface="Cinzel SemiBold"/>
              </a:rPr>
              <a:t>향 보기</a:t>
            </a:r>
            <a:endParaRPr sz="4000" b="0" i="0" u="none" dirty="0">
              <a:solidFill>
                <a:srgbClr val="F7F3EC"/>
              </a:solidFill>
              <a:latin typeface="Cinzel Semi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1B5840-DED8-16BE-26FC-5D2ED864916B}"/>
              </a:ext>
            </a:extLst>
          </p:cNvPr>
          <p:cNvSpPr txBox="1"/>
          <p:nvPr/>
        </p:nvSpPr>
        <p:spPr>
          <a:xfrm>
            <a:off x="1220552" y="2579595"/>
            <a:ext cx="9740698" cy="22848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200000"/>
              </a:lnSpc>
            </a:pPr>
            <a:r>
              <a:rPr lang="ko-KR" altLang="en-US" sz="4000" dirty="0">
                <a:solidFill>
                  <a:srgbClr val="CBBFAE"/>
                </a:solidFill>
                <a:latin typeface="Noto Sans KR"/>
              </a:rPr>
              <a:t>파인애플</a:t>
            </a:r>
            <a:r>
              <a:rPr lang="en-US" altLang="ko-KR" sz="4000" dirty="0">
                <a:solidFill>
                  <a:srgbClr val="CBBFAE"/>
                </a:solidFill>
                <a:latin typeface="Noto Sans KR"/>
              </a:rPr>
              <a:t>	</a:t>
            </a:r>
            <a:r>
              <a:rPr lang="ko-KR" altLang="en-US" sz="4000" dirty="0">
                <a:solidFill>
                  <a:srgbClr val="CBBFAE"/>
                </a:solidFill>
                <a:latin typeface="Noto Sans KR"/>
              </a:rPr>
              <a:t>커피</a:t>
            </a:r>
            <a:r>
              <a:rPr lang="en-US" altLang="ko-KR" sz="4000" dirty="0">
                <a:solidFill>
                  <a:srgbClr val="CBBFAE"/>
                </a:solidFill>
                <a:latin typeface="Noto Sans KR"/>
              </a:rPr>
              <a:t>	</a:t>
            </a:r>
            <a:r>
              <a:rPr lang="ko-KR" altLang="en-US" sz="4000" dirty="0">
                <a:solidFill>
                  <a:srgbClr val="CBBFAE"/>
                </a:solidFill>
                <a:latin typeface="Noto Sans KR"/>
              </a:rPr>
              <a:t>바닐라</a:t>
            </a:r>
            <a:r>
              <a:rPr lang="en-US" altLang="ko-KR" sz="4000" dirty="0">
                <a:solidFill>
                  <a:srgbClr val="CBBFAE"/>
                </a:solidFill>
                <a:latin typeface="Noto Sans KR"/>
              </a:rPr>
              <a:t>	</a:t>
            </a:r>
            <a:r>
              <a:rPr lang="ko-KR" altLang="en-US" sz="4000" dirty="0">
                <a:solidFill>
                  <a:srgbClr val="CBBFAE"/>
                </a:solidFill>
                <a:latin typeface="Noto Sans KR"/>
              </a:rPr>
              <a:t>가죽</a:t>
            </a:r>
            <a:r>
              <a:rPr lang="en-US" altLang="ko-KR" sz="4000" dirty="0">
                <a:solidFill>
                  <a:srgbClr val="CBBFAE"/>
                </a:solidFill>
                <a:latin typeface="Noto Sans KR"/>
              </a:rPr>
              <a:t>	</a:t>
            </a:r>
            <a:r>
              <a:rPr lang="ko-KR" altLang="en-US" sz="4000" dirty="0">
                <a:solidFill>
                  <a:srgbClr val="CBBFAE"/>
                </a:solidFill>
                <a:latin typeface="Noto Sans KR"/>
              </a:rPr>
              <a:t>생강 </a:t>
            </a:r>
            <a:endParaRPr lang="en-US" altLang="ko-KR" sz="4000" dirty="0">
              <a:solidFill>
                <a:srgbClr val="CBBFAE"/>
              </a:solidFill>
              <a:latin typeface="Noto Sans KR"/>
            </a:endParaRPr>
          </a:p>
          <a:p>
            <a:pPr algn="ctr">
              <a:lnSpc>
                <a:spcPct val="200000"/>
              </a:lnSpc>
            </a:pPr>
            <a:r>
              <a:rPr lang="ko-KR" altLang="en-US" sz="4000" dirty="0" err="1">
                <a:solidFill>
                  <a:srgbClr val="CBBFAE"/>
                </a:solidFill>
                <a:latin typeface="Noto Sans KR"/>
              </a:rPr>
              <a:t>몰트</a:t>
            </a:r>
            <a:r>
              <a:rPr lang="en-US" altLang="ko-KR" sz="4000" dirty="0">
                <a:solidFill>
                  <a:srgbClr val="CBBFAE"/>
                </a:solidFill>
                <a:latin typeface="Noto Sans KR"/>
              </a:rPr>
              <a:t>	</a:t>
            </a:r>
            <a:r>
              <a:rPr lang="ko-KR" altLang="en-US" sz="4000" dirty="0">
                <a:solidFill>
                  <a:srgbClr val="CBBFAE"/>
                </a:solidFill>
                <a:latin typeface="Noto Sans KR"/>
              </a:rPr>
              <a:t>피트</a:t>
            </a:r>
            <a:r>
              <a:rPr lang="en-US" altLang="ko-KR" sz="4000" dirty="0">
                <a:solidFill>
                  <a:srgbClr val="CBBFAE"/>
                </a:solidFill>
                <a:latin typeface="Noto Sans KR"/>
              </a:rPr>
              <a:t>	</a:t>
            </a:r>
            <a:r>
              <a:rPr lang="ko-KR" altLang="en-US" sz="4000" dirty="0">
                <a:solidFill>
                  <a:srgbClr val="CBBFAE"/>
                </a:solidFill>
                <a:latin typeface="Noto Sans KR"/>
              </a:rPr>
              <a:t>견과류</a:t>
            </a:r>
            <a:r>
              <a:rPr lang="en-US" altLang="ko-KR" sz="4000" dirty="0">
                <a:solidFill>
                  <a:srgbClr val="CBBFAE"/>
                </a:solidFill>
                <a:latin typeface="Noto Sans KR"/>
              </a:rPr>
              <a:t>	</a:t>
            </a:r>
            <a:r>
              <a:rPr lang="ko-KR" altLang="en-US" sz="4000" dirty="0">
                <a:solidFill>
                  <a:srgbClr val="CBBFAE"/>
                </a:solidFill>
                <a:latin typeface="Noto Sans KR"/>
              </a:rPr>
              <a:t>오렌지</a:t>
            </a:r>
            <a:endParaRPr lang="en-US" altLang="ko-KR" sz="4000" dirty="0">
              <a:solidFill>
                <a:srgbClr val="CBBFAE"/>
              </a:solidFill>
              <a:latin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2859403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82E63-83D1-6805-2BEC-521649BBD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C464D4C2-8696-0E05-A267-2D5962AE9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F04A8D6-A2F4-7C26-990D-456FF59B0848}"/>
              </a:ext>
            </a:extLst>
          </p:cNvPr>
          <p:cNvSpPr txBox="1"/>
          <p:nvPr/>
        </p:nvSpPr>
        <p:spPr>
          <a:xfrm>
            <a:off x="628650" y="533400"/>
            <a:ext cx="11481435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2700" b="1" dirty="0">
                <a:solidFill>
                  <a:srgbClr val="E2B466"/>
                </a:solidFill>
                <a:latin typeface="Cinzel"/>
              </a:rPr>
              <a:t>두 번째 위스키</a:t>
            </a:r>
            <a:r>
              <a:rPr lang="en-US" altLang="ko-KR" sz="2700" b="1" dirty="0">
                <a:solidFill>
                  <a:srgbClr val="E2B466"/>
                </a:solidFill>
                <a:latin typeface="Cinzel"/>
              </a:rPr>
              <a:t> – </a:t>
            </a:r>
            <a:r>
              <a:rPr lang="ko-KR" altLang="en-US" sz="2700" b="1" dirty="0" err="1">
                <a:solidFill>
                  <a:srgbClr val="E2B466"/>
                </a:solidFill>
                <a:latin typeface="Cinzel"/>
              </a:rPr>
              <a:t>하쿠슈</a:t>
            </a:r>
            <a:r>
              <a:rPr lang="ko-KR" altLang="en-US" sz="2700" b="1" dirty="0">
                <a:solidFill>
                  <a:srgbClr val="E2B466"/>
                </a:solidFill>
                <a:latin typeface="Cinzel"/>
              </a:rPr>
              <a:t> </a:t>
            </a:r>
            <a:r>
              <a:rPr lang="en-US" altLang="ko-KR" sz="2700" b="1" dirty="0">
                <a:solidFill>
                  <a:srgbClr val="E2B466"/>
                </a:solidFill>
                <a:latin typeface="Cinzel"/>
              </a:rPr>
              <a:t>DR(NAS),</a:t>
            </a:r>
            <a:r>
              <a:rPr lang="ko-KR" altLang="en-US" sz="2700" b="1" dirty="0">
                <a:solidFill>
                  <a:srgbClr val="E2B466"/>
                </a:solidFill>
                <a:latin typeface="Cinzel"/>
              </a:rPr>
              <a:t> </a:t>
            </a:r>
            <a:r>
              <a:rPr lang="en-US" altLang="ko-KR" sz="2700" b="1" dirty="0">
                <a:solidFill>
                  <a:srgbClr val="E2B466"/>
                </a:solidFill>
                <a:latin typeface="Cinzel"/>
              </a:rPr>
              <a:t>43%</a:t>
            </a:r>
            <a:endParaRPr sz="2700" b="1" i="0" u="none" dirty="0">
              <a:solidFill>
                <a:srgbClr val="E2B466"/>
              </a:solidFill>
              <a:latin typeface="Cinzel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EB40869-0B1F-7D98-79F2-8587A02A80CE}"/>
              </a:ext>
            </a:extLst>
          </p:cNvPr>
          <p:cNvSpPr/>
          <p:nvPr/>
        </p:nvSpPr>
        <p:spPr>
          <a:xfrm>
            <a:off x="628650" y="1114425"/>
            <a:ext cx="10934700" cy="9525"/>
          </a:xfrm>
          <a:prstGeom prst="rect">
            <a:avLst/>
          </a:prstGeom>
          <a:solidFill>
            <a:srgbClr val="3A3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2" descr="image.png">
            <a:extLst>
              <a:ext uri="{FF2B5EF4-FFF2-40B4-BE49-F238E27FC236}">
                <a16:creationId xmlns:a16="http://schemas.microsoft.com/office/drawing/2014/main" id="{E2551BE6-854A-46EB-637A-D1953BED86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1667247"/>
            <a:ext cx="4905375" cy="429735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E1CBC01-2079-93B8-79A2-6F75E209FAB5}"/>
              </a:ext>
            </a:extLst>
          </p:cNvPr>
          <p:cNvSpPr txBox="1"/>
          <p:nvPr/>
        </p:nvSpPr>
        <p:spPr>
          <a:xfrm>
            <a:off x="948064" y="2028841"/>
            <a:ext cx="4457654" cy="3221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lnSpc>
                <a:spcPts val="2039"/>
              </a:lnSpc>
              <a:buFont typeface="Arial" panose="020B0604020202020204" pitchFamily="34" charset="0"/>
              <a:buChar char="•"/>
            </a:pPr>
            <a:r>
              <a:rPr lang="ko-KR" altLang="en-US" sz="1400" dirty="0" err="1">
                <a:solidFill>
                  <a:srgbClr val="CBBFAE"/>
                </a:solidFill>
                <a:latin typeface="Noto Sans KR"/>
              </a:rPr>
              <a:t>하쿠슈</a:t>
            </a:r>
            <a:r>
              <a:rPr lang="ko-KR" altLang="en-US" sz="1400" dirty="0">
                <a:solidFill>
                  <a:srgbClr val="CBBFAE"/>
                </a:solidFill>
                <a:latin typeface="Noto Sans KR"/>
              </a:rPr>
              <a:t> 증류소는 </a:t>
            </a:r>
            <a:r>
              <a:rPr lang="en-US" altLang="ko-KR" sz="1400" dirty="0">
                <a:solidFill>
                  <a:srgbClr val="CBBFAE"/>
                </a:solidFill>
                <a:latin typeface="Noto Sans KR"/>
              </a:rPr>
              <a:t>1973</a:t>
            </a:r>
            <a:r>
              <a:rPr lang="ko-KR" altLang="en-US" sz="1400" dirty="0">
                <a:solidFill>
                  <a:srgbClr val="CBBFAE"/>
                </a:solidFill>
                <a:latin typeface="Noto Sans KR"/>
              </a:rPr>
              <a:t>년 설립되었으며 그 해는 </a:t>
            </a:r>
            <a:r>
              <a:rPr lang="ko-KR" altLang="en-US" sz="1400" dirty="0" err="1">
                <a:solidFill>
                  <a:srgbClr val="CBBFAE"/>
                </a:solidFill>
                <a:latin typeface="Noto Sans KR"/>
              </a:rPr>
              <a:t>야마자키</a:t>
            </a:r>
            <a:r>
              <a:rPr lang="ko-KR" altLang="en-US" sz="1400" dirty="0">
                <a:solidFill>
                  <a:srgbClr val="CBBFAE"/>
                </a:solidFill>
                <a:latin typeface="Noto Sans KR"/>
              </a:rPr>
              <a:t> </a:t>
            </a:r>
            <a:r>
              <a:rPr lang="ko-KR" altLang="en-US" sz="1400" dirty="0" err="1">
                <a:solidFill>
                  <a:srgbClr val="CBBFAE"/>
                </a:solidFill>
                <a:latin typeface="Noto Sans KR"/>
              </a:rPr>
              <a:t>증류소</a:t>
            </a:r>
            <a:r>
              <a:rPr lang="ko-KR" altLang="en-US" sz="1400" dirty="0">
                <a:solidFill>
                  <a:srgbClr val="CBBFAE"/>
                </a:solidFill>
                <a:latin typeface="Noto Sans KR"/>
              </a:rPr>
              <a:t> 창립 </a:t>
            </a:r>
            <a:r>
              <a:rPr lang="en-US" altLang="ko-KR" sz="1400" dirty="0">
                <a:solidFill>
                  <a:srgbClr val="CBBFAE"/>
                </a:solidFill>
                <a:latin typeface="Noto Sans KR"/>
              </a:rPr>
              <a:t>50</a:t>
            </a:r>
            <a:r>
              <a:rPr lang="ko-KR" altLang="en-US" sz="1400" dirty="0">
                <a:solidFill>
                  <a:srgbClr val="CBBFAE"/>
                </a:solidFill>
                <a:latin typeface="Noto Sans KR"/>
              </a:rPr>
              <a:t>주년이 되는 해였으며</a:t>
            </a:r>
            <a:r>
              <a:rPr lang="en-US" altLang="ko-KR" sz="1400" dirty="0">
                <a:solidFill>
                  <a:srgbClr val="CBBFAE"/>
                </a:solidFill>
                <a:latin typeface="Noto Sans KR"/>
              </a:rPr>
              <a:t>,</a:t>
            </a:r>
            <a:r>
              <a:rPr lang="ko-KR" altLang="en-US" sz="1400" dirty="0">
                <a:solidFill>
                  <a:srgbClr val="CBBFAE"/>
                </a:solidFill>
                <a:latin typeface="Noto Sans KR"/>
              </a:rPr>
              <a:t> </a:t>
            </a:r>
            <a:r>
              <a:rPr lang="ko-KR" altLang="en-US" sz="1400" dirty="0" err="1">
                <a:solidFill>
                  <a:srgbClr val="CBBFAE"/>
                </a:solidFill>
                <a:latin typeface="Noto Sans KR"/>
              </a:rPr>
              <a:t>산토리</a:t>
            </a:r>
            <a:r>
              <a:rPr lang="ko-KR" altLang="en-US" sz="1400" dirty="0">
                <a:solidFill>
                  <a:srgbClr val="CBBFAE"/>
                </a:solidFill>
                <a:latin typeface="Noto Sans KR"/>
              </a:rPr>
              <a:t> </a:t>
            </a:r>
            <a:r>
              <a:rPr lang="en-US" altLang="ko-KR" sz="1400" dirty="0">
                <a:solidFill>
                  <a:srgbClr val="CBBFAE"/>
                </a:solidFill>
                <a:latin typeface="Noto Sans KR"/>
              </a:rPr>
              <a:t>2</a:t>
            </a:r>
            <a:r>
              <a:rPr lang="ko-KR" altLang="en-US" sz="1400" dirty="0">
                <a:solidFill>
                  <a:srgbClr val="CBBFAE"/>
                </a:solidFill>
                <a:latin typeface="Noto Sans KR"/>
              </a:rPr>
              <a:t>대 사장 사지 케이조의 지휘 아래 </a:t>
            </a:r>
            <a:r>
              <a:rPr lang="ko-KR" altLang="en-US" sz="1400" dirty="0" err="1">
                <a:solidFill>
                  <a:srgbClr val="CBBFAE"/>
                </a:solidFill>
                <a:latin typeface="Noto Sans KR"/>
              </a:rPr>
              <a:t>야마자키에</a:t>
            </a:r>
            <a:r>
              <a:rPr lang="ko-KR" altLang="en-US" sz="1400" dirty="0">
                <a:solidFill>
                  <a:srgbClr val="CBBFAE"/>
                </a:solidFill>
                <a:latin typeface="Noto Sans KR"/>
              </a:rPr>
              <a:t> 이은 두번째 </a:t>
            </a:r>
            <a:r>
              <a:rPr lang="ko-KR" altLang="en-US" sz="1400" dirty="0" err="1">
                <a:solidFill>
                  <a:srgbClr val="CBBFAE"/>
                </a:solidFill>
                <a:latin typeface="Noto Sans KR"/>
              </a:rPr>
              <a:t>몰트</a:t>
            </a:r>
            <a:r>
              <a:rPr lang="ko-KR" altLang="en-US" sz="1400" dirty="0">
                <a:solidFill>
                  <a:srgbClr val="CBBFAE"/>
                </a:solidFill>
                <a:latin typeface="Noto Sans KR"/>
              </a:rPr>
              <a:t> 위스키 증류소로 설립</a:t>
            </a:r>
            <a:endParaRPr lang="en-US" sz="1400" dirty="0">
              <a:solidFill>
                <a:srgbClr val="CBBFAE"/>
              </a:solidFill>
              <a:latin typeface="Noto Sans KR"/>
            </a:endParaRPr>
          </a:p>
          <a:p>
            <a:pPr marL="285750" indent="-285750" algn="l">
              <a:lnSpc>
                <a:spcPts val="2039"/>
              </a:lnSpc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CBBFAE"/>
              </a:solidFill>
              <a:latin typeface="Noto Sans KR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err="1">
                <a:solidFill>
                  <a:srgbClr val="CBBFAE"/>
                </a:solidFill>
                <a:latin typeface="Noto Sans KR"/>
              </a:rPr>
              <a:t>증류소</a:t>
            </a:r>
            <a:r>
              <a:rPr lang="ko-KR" altLang="en-US" sz="1400" dirty="0">
                <a:solidFill>
                  <a:srgbClr val="CBBFAE"/>
                </a:solidFill>
                <a:latin typeface="Noto Sans KR"/>
              </a:rPr>
              <a:t> 설립 당시 원주의 다양성을  </a:t>
            </a:r>
            <a:r>
              <a:rPr lang="ko-KR" altLang="en-US" sz="1400" dirty="0" err="1">
                <a:solidFill>
                  <a:srgbClr val="CBBFAE"/>
                </a:solidFill>
                <a:latin typeface="Noto Sans KR"/>
              </a:rPr>
              <a:t>높이는게</a:t>
            </a:r>
            <a:r>
              <a:rPr lang="ko-KR" altLang="en-US" sz="1400" dirty="0">
                <a:solidFill>
                  <a:srgbClr val="CBBFAE"/>
                </a:solidFill>
                <a:latin typeface="Noto Sans KR"/>
              </a:rPr>
              <a:t> 목적이었으며 최종 위치는 </a:t>
            </a:r>
            <a:r>
              <a:rPr lang="ko-KR" altLang="en-US" sz="1400" dirty="0" err="1">
                <a:solidFill>
                  <a:srgbClr val="CBBFAE"/>
                </a:solidFill>
                <a:latin typeface="Noto Sans KR"/>
              </a:rPr>
              <a:t>미나미알프시</a:t>
            </a:r>
            <a:r>
              <a:rPr lang="ko-KR" altLang="en-US" sz="1400" dirty="0">
                <a:solidFill>
                  <a:srgbClr val="CBBFAE"/>
                </a:solidFill>
                <a:latin typeface="Noto Sans KR"/>
              </a:rPr>
              <a:t>*</a:t>
            </a:r>
            <a:r>
              <a:rPr lang="ko-KR" altLang="en-US" sz="1400" dirty="0" err="1">
                <a:solidFill>
                  <a:srgbClr val="CBBFAE"/>
                </a:solidFill>
                <a:latin typeface="Noto Sans KR"/>
              </a:rPr>
              <a:t>카이코마가타케</a:t>
            </a:r>
            <a:r>
              <a:rPr lang="ko-KR" altLang="en-US" sz="1400" dirty="0">
                <a:solidFill>
                  <a:srgbClr val="CBBFAE"/>
                </a:solidFill>
                <a:latin typeface="Noto Sans KR"/>
              </a:rPr>
              <a:t> 산기슭</a:t>
            </a:r>
            <a:r>
              <a:rPr lang="en-US" altLang="ko-KR" sz="1400" dirty="0">
                <a:solidFill>
                  <a:srgbClr val="CBBFAE"/>
                </a:solidFill>
                <a:latin typeface="Noto Sans KR"/>
              </a:rPr>
              <a:t>,</a:t>
            </a:r>
            <a:r>
              <a:rPr lang="ko-KR" altLang="en-US" sz="1400" dirty="0">
                <a:solidFill>
                  <a:srgbClr val="CBBFAE"/>
                </a:solidFill>
                <a:latin typeface="Noto Sans KR"/>
              </a:rPr>
              <a:t> 해발 </a:t>
            </a:r>
            <a:r>
              <a:rPr lang="en-US" altLang="ko-KR" sz="1400" dirty="0">
                <a:solidFill>
                  <a:srgbClr val="CBBFAE"/>
                </a:solidFill>
                <a:latin typeface="Noto Sans KR"/>
              </a:rPr>
              <a:t>708</a:t>
            </a:r>
            <a:r>
              <a:rPr lang="ko-KR" altLang="en-US" sz="1400" dirty="0">
                <a:solidFill>
                  <a:srgbClr val="CBBFAE"/>
                </a:solidFill>
                <a:latin typeface="Noto Sans KR"/>
              </a:rPr>
              <a:t>미터 이며 평균 기온이 </a:t>
            </a:r>
            <a:r>
              <a:rPr lang="ko-KR" altLang="en-US" sz="1400" dirty="0" err="1">
                <a:solidFill>
                  <a:srgbClr val="CBBFAE"/>
                </a:solidFill>
                <a:latin typeface="Noto Sans KR"/>
              </a:rPr>
              <a:t>야마자키보다</a:t>
            </a:r>
            <a:r>
              <a:rPr lang="ko-KR" altLang="en-US" sz="1400" dirty="0">
                <a:solidFill>
                  <a:srgbClr val="CBBFAE"/>
                </a:solidFill>
                <a:latin typeface="Noto Sans KR"/>
              </a:rPr>
              <a:t> </a:t>
            </a:r>
            <a:r>
              <a:rPr lang="en-US" altLang="ko-KR" sz="1400" dirty="0">
                <a:solidFill>
                  <a:srgbClr val="CBBFAE"/>
                </a:solidFill>
                <a:latin typeface="Noto Sans KR"/>
              </a:rPr>
              <a:t>5</a:t>
            </a:r>
            <a:r>
              <a:rPr lang="ko-KR" altLang="en-US" sz="1400" dirty="0">
                <a:solidFill>
                  <a:srgbClr val="CBBFAE"/>
                </a:solidFill>
                <a:latin typeface="Noto Sans KR"/>
              </a:rPr>
              <a:t>도 낮음</a:t>
            </a:r>
            <a:endParaRPr lang="en-US" altLang="ko-KR" sz="1400" dirty="0">
              <a:solidFill>
                <a:srgbClr val="CBBFAE"/>
              </a:solidFill>
              <a:latin typeface="Noto Sans KR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>
              <a:solidFill>
                <a:srgbClr val="CBBFAE"/>
              </a:solidFill>
              <a:latin typeface="Noto Sans KR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CBBFAE"/>
                </a:solidFill>
                <a:latin typeface="Noto Sans KR"/>
              </a:rPr>
              <a:t>일설에는 최적의 물을 찾는 과정에서 파견된 직원이 물맛을 보고 감동 했다는 얘기도 있음</a:t>
            </a:r>
            <a:r>
              <a:rPr lang="en-US" altLang="ko-KR" sz="1400" dirty="0">
                <a:solidFill>
                  <a:srgbClr val="CBBFAE"/>
                </a:solidFill>
                <a:latin typeface="Noto Sans KR"/>
              </a:rPr>
              <a:t>.</a:t>
            </a:r>
          </a:p>
          <a:p>
            <a:endParaRPr lang="en-US" sz="1400" dirty="0">
              <a:solidFill>
                <a:srgbClr val="CBBFAE"/>
              </a:solidFill>
              <a:latin typeface="Noto Sans KR"/>
            </a:endParaRPr>
          </a:p>
          <a:p>
            <a:endParaRPr lang="en-US" sz="1400" dirty="0">
              <a:solidFill>
                <a:srgbClr val="CBBFAE"/>
              </a:solidFill>
              <a:latin typeface="Noto Sans KR"/>
            </a:endParaRPr>
          </a:p>
        </p:txBody>
      </p:sp>
      <p:pic>
        <p:nvPicPr>
          <p:cNvPr id="15" name="그림 14" descr="산토리 하쿠슈 증류소 가이드 – 이야기, 투어 &amp; 교통">
            <a:extLst>
              <a:ext uri="{FF2B5EF4-FFF2-40B4-BE49-F238E27FC236}">
                <a16:creationId xmlns:a16="http://schemas.microsoft.com/office/drawing/2014/main" id="{DC6BFB10-B64B-F8F8-4498-0A1E0171A7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5132" y="1765859"/>
            <a:ext cx="6180887" cy="4120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328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AE47E-4568-9322-F735-EBB1DE375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0482F40D-08A9-A26E-C196-9C887D0A92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1916" y="-40341"/>
            <a:ext cx="12345634" cy="6938682"/>
          </a:xfrm>
          <a:prstGeom prst="rect">
            <a:avLst/>
          </a:prstGeom>
        </p:spPr>
      </p:pic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36C3BDC4-349C-7951-563C-27A39055FA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848" y="1419654"/>
            <a:ext cx="10566219" cy="490494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35DB384-D171-1B04-311C-19B18429D769}"/>
              </a:ext>
            </a:extLst>
          </p:cNvPr>
          <p:cNvSpPr txBox="1"/>
          <p:nvPr/>
        </p:nvSpPr>
        <p:spPr>
          <a:xfrm>
            <a:off x="628650" y="533400"/>
            <a:ext cx="11481435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2700" b="1" i="0" u="none" dirty="0">
                <a:solidFill>
                  <a:srgbClr val="E2B466"/>
                </a:solidFill>
                <a:latin typeface="Cinzel"/>
              </a:rPr>
              <a:t>세 번째 위스키</a:t>
            </a:r>
            <a:endParaRPr sz="2700" b="1" i="0" u="none" dirty="0">
              <a:solidFill>
                <a:srgbClr val="E2B466"/>
              </a:solidFill>
              <a:latin typeface="Cinzel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9D29F7F-9F9B-2DB5-B152-4AE538C7849D}"/>
              </a:ext>
            </a:extLst>
          </p:cNvPr>
          <p:cNvSpPr/>
          <p:nvPr/>
        </p:nvSpPr>
        <p:spPr>
          <a:xfrm>
            <a:off x="628650" y="1114425"/>
            <a:ext cx="10934700" cy="9525"/>
          </a:xfrm>
          <a:prstGeom prst="rect">
            <a:avLst/>
          </a:prstGeom>
          <a:solidFill>
            <a:srgbClr val="3A3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8396D6-694B-8B11-045C-9F6A7CFED9A3}"/>
              </a:ext>
            </a:extLst>
          </p:cNvPr>
          <p:cNvSpPr txBox="1"/>
          <p:nvPr/>
        </p:nvSpPr>
        <p:spPr>
          <a:xfrm>
            <a:off x="1087755" y="1691848"/>
            <a:ext cx="6317092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4000" b="0" i="0" u="none" dirty="0">
                <a:solidFill>
                  <a:srgbClr val="F7F3EC"/>
                </a:solidFill>
                <a:latin typeface="Cinzel SemiBold"/>
              </a:rPr>
              <a:t>향 보기</a:t>
            </a:r>
            <a:endParaRPr sz="4000" b="0" i="0" u="none" dirty="0">
              <a:solidFill>
                <a:srgbClr val="F7F3EC"/>
              </a:solidFill>
              <a:latin typeface="Cinzel Semi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2679D0-5D1F-0BB9-D26C-C0F25222D601}"/>
              </a:ext>
            </a:extLst>
          </p:cNvPr>
          <p:cNvSpPr txBox="1"/>
          <p:nvPr/>
        </p:nvSpPr>
        <p:spPr>
          <a:xfrm>
            <a:off x="1220552" y="2579595"/>
            <a:ext cx="9740698" cy="22848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200000"/>
              </a:lnSpc>
            </a:pPr>
            <a:r>
              <a:rPr lang="ko-KR" altLang="en-US" sz="4000" dirty="0">
                <a:solidFill>
                  <a:srgbClr val="CBBFAE"/>
                </a:solidFill>
                <a:latin typeface="Noto Sans KR"/>
              </a:rPr>
              <a:t>민트</a:t>
            </a:r>
            <a:r>
              <a:rPr lang="en-US" altLang="ko-KR" sz="4000" dirty="0">
                <a:solidFill>
                  <a:srgbClr val="CBBFAE"/>
                </a:solidFill>
                <a:latin typeface="Noto Sans KR"/>
              </a:rPr>
              <a:t>	</a:t>
            </a:r>
            <a:r>
              <a:rPr lang="ko-KR" altLang="en-US" sz="4000" dirty="0">
                <a:solidFill>
                  <a:srgbClr val="CBBFAE"/>
                </a:solidFill>
                <a:latin typeface="Noto Sans KR"/>
              </a:rPr>
              <a:t>멜론</a:t>
            </a:r>
            <a:r>
              <a:rPr lang="en-US" altLang="ko-KR" sz="4000" dirty="0">
                <a:solidFill>
                  <a:srgbClr val="CBBFAE"/>
                </a:solidFill>
                <a:latin typeface="Noto Sans KR"/>
              </a:rPr>
              <a:t>	</a:t>
            </a:r>
            <a:r>
              <a:rPr lang="ko-KR" altLang="en-US" sz="4000" dirty="0">
                <a:solidFill>
                  <a:srgbClr val="CBBFAE"/>
                </a:solidFill>
                <a:latin typeface="Noto Sans KR"/>
              </a:rPr>
              <a:t>구운 고기</a:t>
            </a:r>
            <a:r>
              <a:rPr lang="en-US" altLang="ko-KR" sz="4000" dirty="0">
                <a:solidFill>
                  <a:srgbClr val="CBBFAE"/>
                </a:solidFill>
                <a:latin typeface="Noto Sans KR"/>
              </a:rPr>
              <a:t>	</a:t>
            </a:r>
            <a:r>
              <a:rPr lang="ko-KR" altLang="en-US" sz="4000" dirty="0">
                <a:solidFill>
                  <a:srgbClr val="CBBFAE"/>
                </a:solidFill>
                <a:latin typeface="Noto Sans KR"/>
              </a:rPr>
              <a:t>오이</a:t>
            </a:r>
            <a:r>
              <a:rPr lang="en-US" altLang="ko-KR" sz="4000" dirty="0">
                <a:solidFill>
                  <a:srgbClr val="CBBFAE"/>
                </a:solidFill>
                <a:latin typeface="Noto Sans KR"/>
              </a:rPr>
              <a:t>	</a:t>
            </a:r>
            <a:r>
              <a:rPr lang="ko-KR" altLang="en-US" sz="4000" dirty="0" err="1">
                <a:solidFill>
                  <a:srgbClr val="CBBFAE"/>
                </a:solidFill>
                <a:latin typeface="Noto Sans KR"/>
              </a:rPr>
              <a:t>자몽</a:t>
            </a:r>
            <a:endParaRPr lang="en-US" altLang="ko-KR" sz="4000" dirty="0">
              <a:solidFill>
                <a:srgbClr val="CBBFAE"/>
              </a:solidFill>
              <a:latin typeface="Noto Sans KR"/>
            </a:endParaRPr>
          </a:p>
          <a:p>
            <a:pPr algn="ctr">
              <a:lnSpc>
                <a:spcPct val="200000"/>
              </a:lnSpc>
            </a:pPr>
            <a:r>
              <a:rPr lang="ko-KR" altLang="en-US" sz="4000" dirty="0">
                <a:solidFill>
                  <a:srgbClr val="CBBFAE"/>
                </a:solidFill>
                <a:latin typeface="Noto Sans KR"/>
              </a:rPr>
              <a:t>해조류</a:t>
            </a:r>
            <a:r>
              <a:rPr lang="en-US" altLang="ko-KR" sz="4000" dirty="0">
                <a:solidFill>
                  <a:srgbClr val="CBBFAE"/>
                </a:solidFill>
                <a:latin typeface="Noto Sans KR"/>
              </a:rPr>
              <a:t>	</a:t>
            </a:r>
            <a:r>
              <a:rPr lang="ko-KR" altLang="en-US" sz="4000" dirty="0">
                <a:solidFill>
                  <a:srgbClr val="CBBFAE"/>
                </a:solidFill>
                <a:latin typeface="Noto Sans KR"/>
              </a:rPr>
              <a:t>타임</a:t>
            </a:r>
            <a:r>
              <a:rPr lang="en-US" altLang="ko-KR" sz="4000" dirty="0">
                <a:solidFill>
                  <a:srgbClr val="CBBFAE"/>
                </a:solidFill>
                <a:latin typeface="Noto Sans KR"/>
              </a:rPr>
              <a:t>	</a:t>
            </a:r>
            <a:r>
              <a:rPr lang="ko-KR" altLang="en-US" sz="4000" dirty="0">
                <a:solidFill>
                  <a:srgbClr val="CBBFAE"/>
                </a:solidFill>
                <a:latin typeface="Noto Sans KR"/>
              </a:rPr>
              <a:t>허브</a:t>
            </a:r>
            <a:r>
              <a:rPr lang="en-US" altLang="ko-KR" sz="4000" dirty="0">
                <a:solidFill>
                  <a:srgbClr val="CBBFAE"/>
                </a:solidFill>
                <a:latin typeface="Noto Sans KR"/>
              </a:rPr>
              <a:t>	</a:t>
            </a:r>
            <a:r>
              <a:rPr lang="ko-KR" altLang="en-US" sz="4000" dirty="0" err="1">
                <a:solidFill>
                  <a:srgbClr val="CBBFAE"/>
                </a:solidFill>
                <a:latin typeface="Noto Sans KR"/>
              </a:rPr>
              <a:t>스모키</a:t>
            </a:r>
            <a:r>
              <a:rPr lang="ko-KR" altLang="en-US" sz="4000" dirty="0">
                <a:solidFill>
                  <a:srgbClr val="CBBFAE"/>
                </a:solidFill>
                <a:latin typeface="Noto Sans KR"/>
              </a:rPr>
              <a:t> </a:t>
            </a:r>
            <a:endParaRPr lang="en-US" altLang="ko-KR" sz="4000" dirty="0">
              <a:solidFill>
                <a:srgbClr val="CBBFAE"/>
              </a:solidFill>
              <a:latin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2856731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B3205-C5B1-97D3-EDB1-4F9488D95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69049351-7BAC-40D9-B814-69CF190B5F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333E879-6A30-EEF8-DB89-1C86BF5CCA29}"/>
              </a:ext>
            </a:extLst>
          </p:cNvPr>
          <p:cNvSpPr txBox="1"/>
          <p:nvPr/>
        </p:nvSpPr>
        <p:spPr>
          <a:xfrm>
            <a:off x="628650" y="533400"/>
            <a:ext cx="11481435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2700" b="1" dirty="0">
                <a:solidFill>
                  <a:srgbClr val="E2B466"/>
                </a:solidFill>
                <a:latin typeface="Cinzel"/>
              </a:rPr>
              <a:t>세 번째 위스키</a:t>
            </a:r>
            <a:r>
              <a:rPr lang="en-US" altLang="ko-KR" sz="2700" b="1" dirty="0">
                <a:solidFill>
                  <a:srgbClr val="E2B466"/>
                </a:solidFill>
                <a:latin typeface="Cinzel"/>
              </a:rPr>
              <a:t> – </a:t>
            </a:r>
            <a:r>
              <a:rPr lang="ko-KR" altLang="en-US" sz="2700" b="1" dirty="0" err="1">
                <a:solidFill>
                  <a:srgbClr val="E2B466"/>
                </a:solidFill>
                <a:latin typeface="Cinzel"/>
              </a:rPr>
              <a:t>애버펄디</a:t>
            </a:r>
            <a:r>
              <a:rPr lang="ko-KR" altLang="en-US" sz="2700" b="1" dirty="0">
                <a:solidFill>
                  <a:srgbClr val="E2B466"/>
                </a:solidFill>
                <a:latin typeface="Cinzel"/>
              </a:rPr>
              <a:t> </a:t>
            </a:r>
            <a:r>
              <a:rPr lang="en-US" altLang="ko-KR" sz="2700" b="1" dirty="0">
                <a:solidFill>
                  <a:srgbClr val="E2B466"/>
                </a:solidFill>
                <a:latin typeface="Cinzel"/>
              </a:rPr>
              <a:t>12Y,</a:t>
            </a:r>
            <a:r>
              <a:rPr lang="ko-KR" altLang="en-US" sz="2700" b="1" dirty="0">
                <a:solidFill>
                  <a:srgbClr val="E2B466"/>
                </a:solidFill>
                <a:latin typeface="Cinzel"/>
              </a:rPr>
              <a:t> </a:t>
            </a:r>
            <a:r>
              <a:rPr lang="en-US" altLang="ko-KR" sz="2700" b="1" dirty="0">
                <a:solidFill>
                  <a:srgbClr val="E2B466"/>
                </a:solidFill>
                <a:latin typeface="Cinzel"/>
              </a:rPr>
              <a:t>40%</a:t>
            </a:r>
            <a:endParaRPr sz="2700" b="1" i="0" u="none" dirty="0">
              <a:solidFill>
                <a:srgbClr val="E2B466"/>
              </a:solidFill>
              <a:latin typeface="Cinzel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0D473E3-34C2-207A-B9BD-669AE1C01AC4}"/>
              </a:ext>
            </a:extLst>
          </p:cNvPr>
          <p:cNvSpPr/>
          <p:nvPr/>
        </p:nvSpPr>
        <p:spPr>
          <a:xfrm>
            <a:off x="628650" y="1114425"/>
            <a:ext cx="10934700" cy="9525"/>
          </a:xfrm>
          <a:prstGeom prst="rect">
            <a:avLst/>
          </a:prstGeom>
          <a:solidFill>
            <a:srgbClr val="3A3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A3E94582-C859-6E19-5542-1B6D7447985F}"/>
              </a:ext>
            </a:extLst>
          </p:cNvPr>
          <p:cNvGrpSpPr/>
          <p:nvPr/>
        </p:nvGrpSpPr>
        <p:grpSpPr>
          <a:xfrm>
            <a:off x="628650" y="1667247"/>
            <a:ext cx="4905375" cy="4297351"/>
            <a:chOff x="628650" y="1667247"/>
            <a:chExt cx="4905375" cy="4297351"/>
          </a:xfrm>
        </p:grpSpPr>
        <p:pic>
          <p:nvPicPr>
            <p:cNvPr id="16" name="Picture 2" descr="image.png">
              <a:extLst>
                <a:ext uri="{FF2B5EF4-FFF2-40B4-BE49-F238E27FC236}">
                  <a16:creationId xmlns:a16="http://schemas.microsoft.com/office/drawing/2014/main" id="{949C7C13-2840-B8BB-CB80-537AE65998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8650" y="1667247"/>
              <a:ext cx="4905375" cy="4297351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D218C2D-2ADF-F50C-25A4-3A38695B146B}"/>
                </a:ext>
              </a:extLst>
            </p:cNvPr>
            <p:cNvSpPr txBox="1"/>
            <p:nvPr/>
          </p:nvSpPr>
          <p:spPr>
            <a:xfrm>
              <a:off x="948064" y="2028841"/>
              <a:ext cx="4120887" cy="280281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marL="285750" indent="-285750" algn="l">
                <a:lnSpc>
                  <a:spcPts val="2039"/>
                </a:lnSpc>
                <a:buFont typeface="Arial" panose="020B0604020202020204" pitchFamily="34" charset="0"/>
                <a:buChar char="•"/>
              </a:pPr>
              <a:r>
                <a:rPr lang="ko-KR" altLang="en-US" sz="1400" dirty="0" err="1">
                  <a:solidFill>
                    <a:srgbClr val="CBBFAE"/>
                  </a:solidFill>
                  <a:latin typeface="Noto Sans KR"/>
                </a:rPr>
                <a:t>에버펠디</a:t>
              </a: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 증류소는 </a:t>
              </a:r>
              <a:r>
                <a:rPr lang="en-US" altLang="ko-KR" sz="1400" dirty="0">
                  <a:solidFill>
                    <a:srgbClr val="CBBFAE"/>
                  </a:solidFill>
                  <a:latin typeface="Noto Sans KR"/>
                </a:rPr>
                <a:t>1896</a:t>
              </a: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년 </a:t>
              </a:r>
              <a:r>
                <a:rPr lang="ko-KR" altLang="en-US" sz="1400" dirty="0" err="1">
                  <a:solidFill>
                    <a:srgbClr val="CBBFAE"/>
                  </a:solidFill>
                  <a:latin typeface="Noto Sans KR"/>
                </a:rPr>
                <a:t>듀어</a:t>
              </a: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 형제 설립되었으며 스코틀랜드 </a:t>
              </a:r>
              <a:r>
                <a:rPr lang="ko-KR" altLang="en-US" sz="1400" dirty="0" err="1">
                  <a:solidFill>
                    <a:srgbClr val="CBBFAE"/>
                  </a:solidFill>
                  <a:latin typeface="Noto Sans KR"/>
                </a:rPr>
                <a:t>하이랜드의</a:t>
              </a: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 증류소로 </a:t>
              </a:r>
              <a:r>
                <a:rPr lang="ko-KR" altLang="en-US" sz="1400" dirty="0" err="1">
                  <a:solidFill>
                    <a:srgbClr val="CBBFAE"/>
                  </a:solidFill>
                  <a:latin typeface="Noto Sans KR"/>
                </a:rPr>
                <a:t>블랜디드</a:t>
              </a: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 위스키 </a:t>
              </a:r>
              <a:r>
                <a:rPr lang="ko-KR" altLang="en-US" sz="1400" dirty="0" err="1">
                  <a:solidFill>
                    <a:srgbClr val="CBBFAE"/>
                  </a:solidFill>
                  <a:latin typeface="Noto Sans KR"/>
                </a:rPr>
                <a:t>듀어스의</a:t>
              </a: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 원액을 공급하기 위해서 설립</a:t>
              </a:r>
              <a:endParaRPr lang="en-US" sz="1400" dirty="0">
                <a:solidFill>
                  <a:srgbClr val="CBBFAE"/>
                </a:solidFill>
                <a:latin typeface="Noto Sans KR"/>
              </a:endParaRPr>
            </a:p>
            <a:p>
              <a:pPr algn="l">
                <a:lnSpc>
                  <a:spcPts val="2039"/>
                </a:lnSpc>
              </a:pP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 </a:t>
              </a:r>
              <a:endParaRPr lang="en-US" sz="1400" dirty="0">
                <a:solidFill>
                  <a:srgbClr val="CBBFAE"/>
                </a:solidFill>
                <a:latin typeface="Noto Sans KR"/>
              </a:endParaRPr>
            </a:p>
            <a:p>
              <a:pPr marL="285750" indent="-285750" algn="l">
                <a:lnSpc>
                  <a:spcPts val="2039"/>
                </a:lnSpc>
                <a:buFont typeface="Arial" panose="020B0604020202020204" pitchFamily="34" charset="0"/>
                <a:buChar char="•"/>
              </a:pPr>
              <a:r>
                <a:rPr lang="en-US" altLang="ko-KR" sz="1400" b="0" i="0" u="none" dirty="0">
                  <a:solidFill>
                    <a:srgbClr val="CBBFAE"/>
                  </a:solidFill>
                  <a:latin typeface="Noto Sans KR"/>
                </a:rPr>
                <a:t>1925</a:t>
              </a:r>
              <a:r>
                <a:rPr lang="ko-KR" altLang="en-US" sz="1400" b="0" i="0" u="none" dirty="0">
                  <a:solidFill>
                    <a:srgbClr val="CBBFAE"/>
                  </a:solidFill>
                  <a:latin typeface="Noto Sans KR"/>
                </a:rPr>
                <a:t>년 </a:t>
              </a:r>
              <a:r>
                <a:rPr lang="ko-KR" altLang="en-US" sz="1400" dirty="0" err="1">
                  <a:solidFill>
                    <a:srgbClr val="CBBFAE"/>
                  </a:solidFill>
                  <a:latin typeface="Noto Sans KR"/>
                </a:rPr>
                <a:t>디스틸러스</a:t>
              </a: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 </a:t>
              </a:r>
              <a:r>
                <a:rPr lang="ko-KR" altLang="en-US" sz="1400" dirty="0" err="1">
                  <a:solidFill>
                    <a:srgbClr val="CBBFAE"/>
                  </a:solidFill>
                  <a:latin typeface="Noto Sans KR"/>
                </a:rPr>
                <a:t>컴퍼티</a:t>
              </a: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 인수 </a:t>
              </a:r>
              <a:endParaRPr lang="en-US" altLang="ko-KR" sz="1400" dirty="0">
                <a:solidFill>
                  <a:srgbClr val="CBBFAE"/>
                </a:solidFill>
                <a:latin typeface="Noto Sans KR"/>
              </a:endParaRPr>
            </a:p>
            <a:p>
              <a:pPr algn="l">
                <a:lnSpc>
                  <a:spcPts val="2039"/>
                </a:lnSpc>
              </a:pPr>
              <a:r>
                <a:rPr lang="ko-KR" altLang="en-US" sz="1400" b="0" i="0" u="none" dirty="0">
                  <a:solidFill>
                    <a:srgbClr val="CBBFAE"/>
                  </a:solidFill>
                  <a:latin typeface="Noto Sans KR"/>
                </a:rPr>
                <a:t>        </a:t>
              </a:r>
              <a:r>
                <a:rPr lang="en-US" altLang="ko-KR" sz="1400" b="0" i="0" u="none" dirty="0">
                  <a:solidFill>
                    <a:srgbClr val="CBBFAE"/>
                  </a:solidFill>
                  <a:latin typeface="Noto Sans KR"/>
                </a:rPr>
                <a:t>-&gt;</a:t>
              </a:r>
              <a:r>
                <a:rPr lang="ko-KR" altLang="en-US" sz="1400" b="0" i="0" u="none" dirty="0">
                  <a:solidFill>
                    <a:srgbClr val="CBBFAE"/>
                  </a:solidFill>
                  <a:latin typeface="Noto Sans KR"/>
                </a:rPr>
                <a:t> </a:t>
              </a:r>
              <a:r>
                <a:rPr lang="en-US" altLang="ko-KR" sz="1400" b="0" i="0" u="none" dirty="0">
                  <a:solidFill>
                    <a:srgbClr val="CBBFAE"/>
                  </a:solidFill>
                  <a:latin typeface="Noto Sans KR"/>
                </a:rPr>
                <a:t>19</a:t>
              </a:r>
              <a:r>
                <a:rPr lang="en-US" altLang="ko-KR" sz="1400" dirty="0">
                  <a:solidFill>
                    <a:srgbClr val="CBBFAE"/>
                  </a:solidFill>
                  <a:latin typeface="Noto Sans KR"/>
                </a:rPr>
                <a:t>30</a:t>
              </a: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년 </a:t>
              </a:r>
              <a:r>
                <a:rPr lang="ko-KR" altLang="en-US" sz="1400" dirty="0" err="1">
                  <a:solidFill>
                    <a:srgbClr val="CBBFAE"/>
                  </a:solidFill>
                  <a:latin typeface="Noto Sans KR"/>
                </a:rPr>
                <a:t>디아지오</a:t>
              </a: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 전신인 </a:t>
              </a:r>
              <a:r>
                <a:rPr lang="en-US" altLang="ko-KR" sz="1400" dirty="0">
                  <a:solidFill>
                    <a:srgbClr val="CBBFAE"/>
                  </a:solidFill>
                  <a:latin typeface="Noto Sans KR"/>
                </a:rPr>
                <a:t>SMD</a:t>
              </a:r>
              <a:r>
                <a:rPr lang="ko-KR" altLang="en-US" sz="1400" dirty="0" err="1">
                  <a:solidFill>
                    <a:srgbClr val="CBBFAE"/>
                  </a:solidFill>
                  <a:latin typeface="Noto Sans KR"/>
                </a:rPr>
                <a:t>에</a:t>
              </a: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 인수</a:t>
              </a:r>
              <a:endParaRPr lang="en-US" altLang="ko-KR" sz="1400" dirty="0">
                <a:solidFill>
                  <a:srgbClr val="CBBFAE"/>
                </a:solidFill>
                <a:latin typeface="Noto Sans KR"/>
              </a:endParaRPr>
            </a:p>
            <a:p>
              <a:pPr algn="l">
                <a:lnSpc>
                  <a:spcPts val="2039"/>
                </a:lnSpc>
              </a:pPr>
              <a:r>
                <a:rPr lang="ko-KR" altLang="en-US" sz="1400" b="0" i="0" u="none" dirty="0">
                  <a:solidFill>
                    <a:srgbClr val="CBBFAE"/>
                  </a:solidFill>
                  <a:latin typeface="Noto Sans KR"/>
                </a:rPr>
                <a:t>        </a:t>
              </a:r>
              <a:r>
                <a:rPr lang="en-US" altLang="ko-KR" sz="1400" b="0" i="0" u="none" dirty="0">
                  <a:solidFill>
                    <a:srgbClr val="CBBFAE"/>
                  </a:solidFill>
                  <a:latin typeface="Noto Sans KR"/>
                </a:rPr>
                <a:t>-&gt;</a:t>
              </a:r>
              <a:r>
                <a:rPr lang="ko-KR" altLang="en-US" sz="1400" b="0" i="0" u="none" dirty="0">
                  <a:solidFill>
                    <a:srgbClr val="CBBFAE"/>
                  </a:solidFill>
                  <a:latin typeface="Noto Sans KR"/>
                </a:rPr>
                <a:t> </a:t>
              </a:r>
              <a:r>
                <a:rPr lang="en-US" altLang="ko-KR" sz="1400" dirty="0">
                  <a:solidFill>
                    <a:srgbClr val="CBBFAE"/>
                  </a:solidFill>
                  <a:latin typeface="Noto Sans KR"/>
                </a:rPr>
                <a:t>1998</a:t>
              </a: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년 </a:t>
              </a:r>
              <a:r>
                <a:rPr lang="ko-KR" altLang="en-US" sz="1400" dirty="0" err="1">
                  <a:solidFill>
                    <a:srgbClr val="CBBFAE"/>
                  </a:solidFill>
                  <a:latin typeface="Noto Sans KR"/>
                </a:rPr>
                <a:t>바카디로</a:t>
              </a: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 인수</a:t>
              </a:r>
              <a:endParaRPr lang="en-US" altLang="ko-KR" sz="1400" b="0" i="0" u="none" dirty="0">
                <a:solidFill>
                  <a:srgbClr val="CBBFAE"/>
                </a:solidFill>
                <a:latin typeface="Noto Sans KR"/>
              </a:endParaRPr>
            </a:p>
            <a:p>
              <a:pPr marL="285750" indent="-285750" algn="l">
                <a:lnSpc>
                  <a:spcPts val="2039"/>
                </a:lnSpc>
                <a:buFont typeface="Arial" panose="020B0604020202020204" pitchFamily="34" charset="0"/>
                <a:buChar char="•"/>
              </a:pPr>
              <a:endParaRPr lang="en-US" altLang="ko-KR" sz="1400" dirty="0">
                <a:solidFill>
                  <a:srgbClr val="CBBFAE"/>
                </a:solidFill>
                <a:latin typeface="Noto Sans KR"/>
              </a:endParaRPr>
            </a:p>
            <a:p>
              <a:pPr marL="285750" indent="-285750" algn="l">
                <a:lnSpc>
                  <a:spcPts val="2039"/>
                </a:lnSpc>
                <a:buFont typeface="Arial" panose="020B0604020202020204" pitchFamily="34" charset="0"/>
                <a:buChar char="•"/>
              </a:pPr>
              <a:r>
                <a:rPr lang="ko-KR" altLang="en-US" sz="1400" dirty="0" err="1">
                  <a:solidFill>
                    <a:srgbClr val="CBBFAE"/>
                  </a:solidFill>
                  <a:latin typeface="Noto Sans KR"/>
                </a:rPr>
                <a:t>싱글몰트</a:t>
              </a: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 위스키로서 판매된 역사는 길지 않아 제품이 많은 편은 아님</a:t>
              </a:r>
              <a:r>
                <a:rPr lang="en-US" altLang="ko-KR" sz="1400" dirty="0">
                  <a:solidFill>
                    <a:srgbClr val="CBBFAE"/>
                  </a:solidFill>
                  <a:latin typeface="Noto Sans KR"/>
                </a:rPr>
                <a:t>.</a:t>
              </a:r>
              <a:endParaRPr lang="en-US" altLang="ko-KR" sz="1400" b="0" i="0" u="none" dirty="0">
                <a:solidFill>
                  <a:srgbClr val="CBBFAE"/>
                </a:solidFill>
                <a:latin typeface="Noto Sans KR"/>
              </a:endParaRPr>
            </a:p>
          </p:txBody>
        </p:sp>
      </p:grpSp>
      <p:pic>
        <p:nvPicPr>
          <p:cNvPr id="20" name="그림 19" descr="에버펠디(Aberfeldy), 듀어스와 역사를 함께한 하이랜드 증류소">
            <a:extLst>
              <a:ext uri="{FF2B5EF4-FFF2-40B4-BE49-F238E27FC236}">
                <a16:creationId xmlns:a16="http://schemas.microsoft.com/office/drawing/2014/main" id="{F7521B54-882F-732E-176A-B4C342EC18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7883" y="2099866"/>
            <a:ext cx="6045200" cy="3173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2254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BAE49-4F61-33EF-82B2-2906A8E2E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64213B47-D292-68E3-57E6-89A68B0907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1916" y="-40341"/>
            <a:ext cx="12345634" cy="6938682"/>
          </a:xfrm>
          <a:prstGeom prst="rect">
            <a:avLst/>
          </a:prstGeom>
        </p:spPr>
      </p:pic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495FDD46-32E2-CAB1-A1C4-08F07854F8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848" y="1419654"/>
            <a:ext cx="10566219" cy="490494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D6FAA46-65BE-612E-1809-2A671CD07576}"/>
              </a:ext>
            </a:extLst>
          </p:cNvPr>
          <p:cNvSpPr txBox="1"/>
          <p:nvPr/>
        </p:nvSpPr>
        <p:spPr>
          <a:xfrm>
            <a:off x="628650" y="533400"/>
            <a:ext cx="11481435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2700" b="1" i="0" u="none" dirty="0">
                <a:solidFill>
                  <a:srgbClr val="E2B466"/>
                </a:solidFill>
                <a:latin typeface="Cinzel"/>
              </a:rPr>
              <a:t>네 번째 위스키</a:t>
            </a:r>
            <a:endParaRPr sz="2700" b="1" i="0" u="none" dirty="0">
              <a:solidFill>
                <a:srgbClr val="E2B466"/>
              </a:solidFill>
              <a:latin typeface="Cinzel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CE57F22-32A7-DFDC-0501-CC3E451A7450}"/>
              </a:ext>
            </a:extLst>
          </p:cNvPr>
          <p:cNvSpPr/>
          <p:nvPr/>
        </p:nvSpPr>
        <p:spPr>
          <a:xfrm>
            <a:off x="628650" y="1114425"/>
            <a:ext cx="10934700" cy="9525"/>
          </a:xfrm>
          <a:prstGeom prst="rect">
            <a:avLst/>
          </a:prstGeom>
          <a:solidFill>
            <a:srgbClr val="3A3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669FA8-B4C5-969A-85D1-EFC3B215151D}"/>
              </a:ext>
            </a:extLst>
          </p:cNvPr>
          <p:cNvSpPr txBox="1"/>
          <p:nvPr/>
        </p:nvSpPr>
        <p:spPr>
          <a:xfrm>
            <a:off x="1087755" y="1691848"/>
            <a:ext cx="6317092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4000" b="0" i="0" u="none" dirty="0">
                <a:solidFill>
                  <a:srgbClr val="F7F3EC"/>
                </a:solidFill>
                <a:latin typeface="Cinzel SemiBold"/>
              </a:rPr>
              <a:t>향 보기</a:t>
            </a:r>
            <a:endParaRPr sz="4000" b="0" i="0" u="none" dirty="0">
              <a:solidFill>
                <a:srgbClr val="F7F3EC"/>
              </a:solidFill>
              <a:latin typeface="Cinzel Semi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4847B7-D939-8DAE-FA47-B09C9D6367B7}"/>
              </a:ext>
            </a:extLst>
          </p:cNvPr>
          <p:cNvSpPr txBox="1"/>
          <p:nvPr/>
        </p:nvSpPr>
        <p:spPr>
          <a:xfrm>
            <a:off x="1220552" y="2579595"/>
            <a:ext cx="9740698" cy="22848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200000"/>
              </a:lnSpc>
            </a:pPr>
            <a:r>
              <a:rPr lang="ko-KR" altLang="en-US" sz="4000" dirty="0">
                <a:solidFill>
                  <a:srgbClr val="CBBFAE"/>
                </a:solidFill>
                <a:latin typeface="Noto Sans KR"/>
              </a:rPr>
              <a:t>레몬</a:t>
            </a:r>
            <a:r>
              <a:rPr lang="en-US" altLang="ko-KR" sz="4000" dirty="0">
                <a:solidFill>
                  <a:srgbClr val="CBBFAE"/>
                </a:solidFill>
                <a:latin typeface="Noto Sans KR"/>
              </a:rPr>
              <a:t>	</a:t>
            </a:r>
            <a:r>
              <a:rPr lang="ko-KR" altLang="en-US" sz="4000" dirty="0">
                <a:solidFill>
                  <a:srgbClr val="CBBFAE"/>
                </a:solidFill>
                <a:latin typeface="Noto Sans KR"/>
              </a:rPr>
              <a:t>후추</a:t>
            </a:r>
            <a:r>
              <a:rPr lang="en-US" altLang="ko-KR" sz="4000" dirty="0">
                <a:solidFill>
                  <a:srgbClr val="CBBFAE"/>
                </a:solidFill>
                <a:latin typeface="Noto Sans KR"/>
              </a:rPr>
              <a:t>	</a:t>
            </a:r>
            <a:r>
              <a:rPr lang="ko-KR" altLang="en-US" sz="4000" dirty="0">
                <a:solidFill>
                  <a:srgbClr val="CBBFAE"/>
                </a:solidFill>
                <a:latin typeface="Noto Sans KR"/>
              </a:rPr>
              <a:t>초콜릿</a:t>
            </a:r>
            <a:r>
              <a:rPr lang="en-US" altLang="ko-KR" sz="4000" dirty="0">
                <a:solidFill>
                  <a:srgbClr val="CBBFAE"/>
                </a:solidFill>
                <a:latin typeface="Noto Sans KR"/>
              </a:rPr>
              <a:t>	</a:t>
            </a:r>
            <a:r>
              <a:rPr lang="ko-KR" altLang="en-US" sz="4000" dirty="0">
                <a:solidFill>
                  <a:srgbClr val="CBBFAE"/>
                </a:solidFill>
                <a:latin typeface="Noto Sans KR"/>
              </a:rPr>
              <a:t>체리</a:t>
            </a:r>
            <a:r>
              <a:rPr lang="en-US" altLang="ko-KR" sz="4000" dirty="0">
                <a:solidFill>
                  <a:srgbClr val="CBBFAE"/>
                </a:solidFill>
                <a:latin typeface="Noto Sans KR"/>
              </a:rPr>
              <a:t>	</a:t>
            </a:r>
            <a:r>
              <a:rPr lang="ko-KR" altLang="en-US" sz="4000" dirty="0">
                <a:solidFill>
                  <a:srgbClr val="CBBFAE"/>
                </a:solidFill>
                <a:latin typeface="Noto Sans KR"/>
              </a:rPr>
              <a:t>배</a:t>
            </a:r>
            <a:endParaRPr lang="en-US" altLang="ko-KR" sz="4000" dirty="0">
              <a:solidFill>
                <a:srgbClr val="CBBFAE"/>
              </a:solidFill>
              <a:latin typeface="Noto Sans KR"/>
            </a:endParaRPr>
          </a:p>
          <a:p>
            <a:pPr algn="ctr">
              <a:lnSpc>
                <a:spcPct val="200000"/>
              </a:lnSpc>
            </a:pPr>
            <a:r>
              <a:rPr lang="ko-KR" altLang="en-US" sz="4000" dirty="0">
                <a:solidFill>
                  <a:srgbClr val="CBBFAE"/>
                </a:solidFill>
                <a:latin typeface="Noto Sans KR"/>
              </a:rPr>
              <a:t>아몬드</a:t>
            </a:r>
            <a:r>
              <a:rPr lang="en-US" altLang="ko-KR" sz="4000" dirty="0">
                <a:solidFill>
                  <a:srgbClr val="CBBFAE"/>
                </a:solidFill>
                <a:latin typeface="Noto Sans KR"/>
              </a:rPr>
              <a:t>	</a:t>
            </a:r>
            <a:r>
              <a:rPr lang="ko-KR" altLang="en-US" sz="4000" dirty="0">
                <a:solidFill>
                  <a:srgbClr val="CBBFAE"/>
                </a:solidFill>
                <a:latin typeface="Noto Sans KR"/>
              </a:rPr>
              <a:t>계피</a:t>
            </a:r>
            <a:r>
              <a:rPr lang="en-US" altLang="ko-KR" sz="4000" dirty="0">
                <a:solidFill>
                  <a:srgbClr val="CBBFAE"/>
                </a:solidFill>
                <a:latin typeface="Noto Sans KR"/>
              </a:rPr>
              <a:t>	</a:t>
            </a:r>
            <a:r>
              <a:rPr lang="ko-KR" altLang="en-US" sz="4000" dirty="0" err="1">
                <a:solidFill>
                  <a:srgbClr val="CBBFAE"/>
                </a:solidFill>
                <a:latin typeface="Noto Sans KR"/>
              </a:rPr>
              <a:t>헤이즐넛</a:t>
            </a:r>
            <a:endParaRPr lang="en-US" altLang="ko-KR" sz="4000" dirty="0">
              <a:solidFill>
                <a:srgbClr val="CBBFAE"/>
              </a:solidFill>
              <a:latin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2463539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C2978-49F3-413F-B678-09AE9DD1B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49597F3B-5EE0-EEC3-CAB4-99379618DB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F3F4C98-207B-567C-75F8-15D9F1E67D4E}"/>
              </a:ext>
            </a:extLst>
          </p:cNvPr>
          <p:cNvSpPr txBox="1"/>
          <p:nvPr/>
        </p:nvSpPr>
        <p:spPr>
          <a:xfrm>
            <a:off x="628650" y="533400"/>
            <a:ext cx="11481435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2700" b="1" dirty="0">
                <a:solidFill>
                  <a:srgbClr val="E2B466"/>
                </a:solidFill>
                <a:latin typeface="Cinzel"/>
              </a:rPr>
              <a:t>네 번째 위스키</a:t>
            </a:r>
            <a:r>
              <a:rPr lang="en-US" altLang="ko-KR" sz="2700" b="1" dirty="0">
                <a:solidFill>
                  <a:srgbClr val="E2B466"/>
                </a:solidFill>
                <a:latin typeface="Cinzel"/>
              </a:rPr>
              <a:t> – </a:t>
            </a:r>
            <a:r>
              <a:rPr lang="ko-KR" altLang="en-US" sz="2700" b="1" dirty="0" err="1">
                <a:solidFill>
                  <a:srgbClr val="E2B466"/>
                </a:solidFill>
                <a:latin typeface="Cinzel"/>
              </a:rPr>
              <a:t>아드벡</a:t>
            </a:r>
            <a:r>
              <a:rPr lang="ko-KR" altLang="en-US" sz="2700" b="1" dirty="0">
                <a:solidFill>
                  <a:srgbClr val="E2B466"/>
                </a:solidFill>
                <a:latin typeface="Cinzel"/>
              </a:rPr>
              <a:t> </a:t>
            </a:r>
            <a:r>
              <a:rPr lang="en-US" altLang="ko-KR" sz="2700" b="1" dirty="0">
                <a:solidFill>
                  <a:srgbClr val="E2B466"/>
                </a:solidFill>
                <a:latin typeface="Cinzel"/>
              </a:rPr>
              <a:t>10Y,</a:t>
            </a:r>
            <a:r>
              <a:rPr lang="ko-KR" altLang="en-US" sz="2700" b="1" dirty="0">
                <a:solidFill>
                  <a:srgbClr val="E2B466"/>
                </a:solidFill>
                <a:latin typeface="Cinzel"/>
              </a:rPr>
              <a:t> </a:t>
            </a:r>
            <a:r>
              <a:rPr lang="en-US" altLang="ko-KR" sz="2700" b="1" dirty="0">
                <a:solidFill>
                  <a:srgbClr val="E2B466"/>
                </a:solidFill>
                <a:latin typeface="Cinzel"/>
              </a:rPr>
              <a:t>46%</a:t>
            </a:r>
            <a:endParaRPr sz="2700" b="1" i="0" u="none" dirty="0">
              <a:solidFill>
                <a:srgbClr val="E2B466"/>
              </a:solidFill>
              <a:latin typeface="Cinzel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4B8C0D6-BDBE-BFDA-AD53-FB21925CCE1A}"/>
              </a:ext>
            </a:extLst>
          </p:cNvPr>
          <p:cNvSpPr/>
          <p:nvPr/>
        </p:nvSpPr>
        <p:spPr>
          <a:xfrm>
            <a:off x="628650" y="1114425"/>
            <a:ext cx="10934700" cy="9525"/>
          </a:xfrm>
          <a:prstGeom prst="rect">
            <a:avLst/>
          </a:prstGeom>
          <a:solidFill>
            <a:srgbClr val="3A3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31F23C37-CAC1-D83B-4462-9641D6AA6997}"/>
              </a:ext>
            </a:extLst>
          </p:cNvPr>
          <p:cNvGrpSpPr/>
          <p:nvPr/>
        </p:nvGrpSpPr>
        <p:grpSpPr>
          <a:xfrm>
            <a:off x="628650" y="1667247"/>
            <a:ext cx="4905375" cy="4297351"/>
            <a:chOff x="628650" y="1667247"/>
            <a:chExt cx="4905375" cy="4297351"/>
          </a:xfrm>
        </p:grpSpPr>
        <p:pic>
          <p:nvPicPr>
            <p:cNvPr id="10" name="Picture 2" descr="image.png">
              <a:extLst>
                <a:ext uri="{FF2B5EF4-FFF2-40B4-BE49-F238E27FC236}">
                  <a16:creationId xmlns:a16="http://schemas.microsoft.com/office/drawing/2014/main" id="{2A9862A0-4240-D15E-7FB0-33A2055552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8650" y="1667247"/>
              <a:ext cx="4905375" cy="4297351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E6BF0FB-B888-5EE9-27C1-16451D933C3E}"/>
                </a:ext>
              </a:extLst>
            </p:cNvPr>
            <p:cNvSpPr txBox="1"/>
            <p:nvPr/>
          </p:nvSpPr>
          <p:spPr>
            <a:xfrm>
              <a:off x="948064" y="2028841"/>
              <a:ext cx="4120887" cy="362528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스코틀랜드 </a:t>
              </a:r>
              <a:r>
                <a:rPr lang="ko-KR" altLang="en-US" sz="1400" dirty="0" err="1">
                  <a:solidFill>
                    <a:srgbClr val="CBBFAE"/>
                  </a:solidFill>
                  <a:latin typeface="Noto Sans KR"/>
                </a:rPr>
                <a:t>아일라섬에</a:t>
              </a: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 위치한 위스키 증류소로  </a:t>
              </a:r>
              <a:r>
                <a:rPr lang="en-US" altLang="ko-KR" sz="1400" dirty="0">
                  <a:solidFill>
                    <a:srgbClr val="CBBFAE"/>
                  </a:solidFill>
                  <a:latin typeface="Noto Sans KR"/>
                </a:rPr>
                <a:t>‘</a:t>
              </a:r>
              <a:r>
                <a:rPr lang="ko-KR" altLang="en-US" sz="1400" dirty="0" err="1">
                  <a:solidFill>
                    <a:srgbClr val="CBBFAE"/>
                  </a:solidFill>
                  <a:latin typeface="Noto Sans KR"/>
                </a:rPr>
                <a:t>아드벡</a:t>
              </a:r>
              <a:r>
                <a:rPr lang="en-US" altLang="ko-KR" sz="1400" dirty="0">
                  <a:solidFill>
                    <a:srgbClr val="CBBFAE"/>
                  </a:solidFill>
                  <a:latin typeface="Noto Sans KR"/>
                </a:rPr>
                <a:t>’</a:t>
              </a: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은 게일어 </a:t>
              </a:r>
              <a:r>
                <a:rPr lang="en-US" altLang="ko-KR" sz="1400" dirty="0">
                  <a:solidFill>
                    <a:srgbClr val="CBBFAE"/>
                  </a:solidFill>
                  <a:latin typeface="Noto Sans KR"/>
                </a:rPr>
                <a:t>“</a:t>
              </a:r>
              <a:r>
                <a:rPr lang="ko-KR" altLang="ko-KR" sz="1400" dirty="0" err="1">
                  <a:solidFill>
                    <a:srgbClr val="CBBFAE"/>
                  </a:solidFill>
                </a:rPr>
                <a:t>An</a:t>
              </a:r>
              <a:r>
                <a:rPr lang="ko-KR" altLang="ko-KR" sz="1400" dirty="0">
                  <a:solidFill>
                    <a:srgbClr val="CBBFAE"/>
                  </a:solidFill>
                </a:rPr>
                <a:t> </a:t>
              </a:r>
              <a:r>
                <a:rPr lang="ko-KR" altLang="ko-KR" sz="1400" dirty="0" err="1">
                  <a:solidFill>
                    <a:srgbClr val="CBBFAE"/>
                  </a:solidFill>
                </a:rPr>
                <a:t>Àird</a:t>
              </a:r>
              <a:r>
                <a:rPr lang="ko-KR" altLang="ko-KR" sz="1400" dirty="0">
                  <a:solidFill>
                    <a:srgbClr val="CBBFAE"/>
                  </a:solidFill>
                </a:rPr>
                <a:t> </a:t>
              </a:r>
              <a:r>
                <a:rPr lang="ko-KR" altLang="ko-KR" sz="1400" dirty="0" err="1">
                  <a:solidFill>
                    <a:srgbClr val="CBBFAE"/>
                  </a:solidFill>
                </a:rPr>
                <a:t>Bheag</a:t>
              </a:r>
              <a:r>
                <a:rPr lang="en-US" altLang="ko-KR" sz="1400" dirty="0">
                  <a:solidFill>
                    <a:srgbClr val="CBBFAE"/>
                  </a:solidFill>
                </a:rPr>
                <a:t>”</a:t>
              </a:r>
              <a:r>
                <a:rPr lang="ko-KR" altLang="en-US" sz="1400" dirty="0">
                  <a:solidFill>
                    <a:srgbClr val="CBBFAE"/>
                  </a:solidFill>
                </a:rPr>
                <a:t>에서 따온 이름으로 </a:t>
              </a:r>
              <a:r>
                <a:rPr lang="en-US" altLang="ko-KR" sz="1400" dirty="0">
                  <a:solidFill>
                    <a:srgbClr val="CBBFAE"/>
                  </a:solidFill>
                </a:rPr>
                <a:t>‘</a:t>
              </a:r>
              <a:r>
                <a:rPr lang="ko-KR" altLang="en-US" sz="1400" dirty="0">
                  <a:solidFill>
                    <a:srgbClr val="CBBFAE"/>
                  </a:solidFill>
                </a:rPr>
                <a:t>작은 곶</a:t>
              </a:r>
              <a:r>
                <a:rPr lang="en-US" altLang="ko-KR" sz="1400" dirty="0">
                  <a:solidFill>
                    <a:srgbClr val="CBBFAE"/>
                  </a:solidFill>
                </a:rPr>
                <a:t>’</a:t>
              </a:r>
              <a:r>
                <a:rPr lang="ko-KR" altLang="en-US" sz="1400" dirty="0">
                  <a:solidFill>
                    <a:srgbClr val="CBBFAE"/>
                  </a:solidFill>
                </a:rPr>
                <a:t> 혹은 </a:t>
              </a:r>
              <a:r>
                <a:rPr lang="en-US" altLang="ko-KR" sz="1400" dirty="0">
                  <a:solidFill>
                    <a:srgbClr val="CBBFAE"/>
                  </a:solidFill>
                </a:rPr>
                <a:t>‘</a:t>
              </a:r>
              <a:r>
                <a:rPr lang="ko-KR" altLang="en-US" sz="1400" dirty="0">
                  <a:solidFill>
                    <a:srgbClr val="CBBFAE"/>
                  </a:solidFill>
                </a:rPr>
                <a:t>낮은 언덕배기</a:t>
              </a:r>
              <a:r>
                <a:rPr lang="en-US" altLang="ko-KR" sz="1400" dirty="0">
                  <a:solidFill>
                    <a:srgbClr val="CBBFAE"/>
                  </a:solidFill>
                </a:rPr>
                <a:t>’</a:t>
              </a:r>
              <a:r>
                <a:rPr lang="ko-KR" altLang="en-US" sz="1400" dirty="0">
                  <a:solidFill>
                    <a:srgbClr val="CBBFAE"/>
                  </a:solidFill>
                </a:rPr>
                <a:t>라는 의미를 가지고 있음</a:t>
              </a:r>
              <a:endParaRPr lang="en-US" altLang="ko-KR" sz="1400" dirty="0">
                <a:solidFill>
                  <a:srgbClr val="CBBFAE"/>
                </a:solidFill>
              </a:endParaRPr>
            </a:p>
            <a:p>
              <a:endParaRPr lang="en-US" sz="1400" dirty="0">
                <a:solidFill>
                  <a:srgbClr val="CBBFAE"/>
                </a:solidFill>
                <a:latin typeface="Noto Sans KR"/>
              </a:endParaRPr>
            </a:p>
            <a:p>
              <a:pPr marL="285750" indent="-285750" algn="l">
                <a:lnSpc>
                  <a:spcPts val="2039"/>
                </a:lnSpc>
                <a:buFont typeface="Arial" panose="020B0604020202020204" pitchFamily="34" charset="0"/>
                <a:buChar char="•"/>
              </a:pPr>
              <a:r>
                <a:rPr lang="ko-KR" altLang="en-US" sz="1400" dirty="0" err="1">
                  <a:solidFill>
                    <a:srgbClr val="CBBFAE"/>
                  </a:solidFill>
                  <a:latin typeface="Noto Sans KR"/>
                </a:rPr>
                <a:t>라프로익</a:t>
              </a:r>
              <a:r>
                <a:rPr lang="en-US" altLang="ko-KR" sz="1400" dirty="0">
                  <a:solidFill>
                    <a:srgbClr val="CBBFAE"/>
                  </a:solidFill>
                  <a:latin typeface="Noto Sans KR"/>
                </a:rPr>
                <a:t>,</a:t>
              </a: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 </a:t>
              </a:r>
              <a:r>
                <a:rPr lang="ko-KR" altLang="en-US" sz="1400" dirty="0" err="1">
                  <a:solidFill>
                    <a:srgbClr val="CBBFAE"/>
                  </a:solidFill>
                  <a:latin typeface="Noto Sans KR"/>
                </a:rPr>
                <a:t>라가불린</a:t>
              </a: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 증류소와 같이 묶여 </a:t>
              </a:r>
              <a:r>
                <a:rPr lang="ko-KR" altLang="en-US" sz="1400" dirty="0" err="1">
                  <a:solidFill>
                    <a:srgbClr val="CBBFAE"/>
                  </a:solidFill>
                  <a:latin typeface="Noto Sans KR"/>
                </a:rPr>
                <a:t>킬달른</a:t>
              </a: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 트리오 </a:t>
              </a:r>
              <a:r>
                <a:rPr lang="ko-KR" altLang="en-US" sz="1400" dirty="0" err="1">
                  <a:solidFill>
                    <a:srgbClr val="CBBFAE"/>
                  </a:solidFill>
                  <a:latin typeface="Noto Sans KR"/>
                </a:rPr>
                <a:t>라고</a:t>
              </a: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 불림</a:t>
              </a:r>
              <a:endParaRPr lang="en-US" altLang="ko-KR" sz="1400" dirty="0">
                <a:solidFill>
                  <a:srgbClr val="CBBFAE"/>
                </a:solidFill>
                <a:latin typeface="Noto Sans KR"/>
              </a:endParaRPr>
            </a:p>
            <a:p>
              <a:pPr marL="285750" indent="-285750" algn="l">
                <a:lnSpc>
                  <a:spcPts val="2039"/>
                </a:lnSpc>
                <a:buFont typeface="Arial" panose="020B0604020202020204" pitchFamily="34" charset="0"/>
                <a:buChar char="•"/>
              </a:pPr>
              <a:endParaRPr lang="en-US" altLang="ko-KR" sz="1400" dirty="0">
                <a:solidFill>
                  <a:srgbClr val="CBBFAE"/>
                </a:solidFill>
                <a:latin typeface="Noto Sans KR"/>
              </a:endParaRPr>
            </a:p>
            <a:p>
              <a:pPr marL="285750" indent="-285750" algn="l">
                <a:lnSpc>
                  <a:spcPts val="2039"/>
                </a:lnSpc>
                <a:buFont typeface="Arial" panose="020B0604020202020204" pitchFamily="34" charset="0"/>
                <a:buChar char="•"/>
              </a:pPr>
              <a:r>
                <a:rPr lang="en-US" altLang="ko-KR" sz="1400" dirty="0">
                  <a:solidFill>
                    <a:srgbClr val="CBBFAE"/>
                  </a:solidFill>
                  <a:latin typeface="Noto Sans KR"/>
                </a:rPr>
                <a:t>1798</a:t>
              </a: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년 밀주 제조로 시작</a:t>
              </a:r>
              <a:endParaRPr lang="en-US" altLang="ko-KR" sz="1400" dirty="0">
                <a:solidFill>
                  <a:srgbClr val="CBBFAE"/>
                </a:solidFill>
                <a:latin typeface="Noto Sans KR"/>
              </a:endParaRPr>
            </a:p>
            <a:p>
              <a:pPr algn="l">
                <a:lnSpc>
                  <a:spcPts val="2039"/>
                </a:lnSpc>
              </a:pP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       </a:t>
              </a:r>
              <a:r>
                <a:rPr lang="en-US" altLang="ko-KR" sz="1400" dirty="0">
                  <a:solidFill>
                    <a:srgbClr val="CBBFAE"/>
                  </a:solidFill>
                  <a:latin typeface="Noto Sans KR"/>
                </a:rPr>
                <a:t>-&gt;</a:t>
              </a: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 </a:t>
              </a:r>
              <a:r>
                <a:rPr lang="en-US" altLang="ko-KR" sz="1400" dirty="0">
                  <a:solidFill>
                    <a:srgbClr val="CBBFAE"/>
                  </a:solidFill>
                  <a:latin typeface="Noto Sans KR"/>
                </a:rPr>
                <a:t>1815</a:t>
              </a: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년 존 </a:t>
              </a:r>
              <a:r>
                <a:rPr lang="ko-KR" altLang="en-US" sz="1400" dirty="0" err="1">
                  <a:solidFill>
                    <a:srgbClr val="CBBFAE"/>
                  </a:solidFill>
                  <a:latin typeface="Noto Sans KR"/>
                </a:rPr>
                <a:t>맥도걸이</a:t>
              </a: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 상업화를 위해 면허 취득</a:t>
              </a:r>
              <a:endParaRPr lang="en-US" altLang="ko-KR" sz="1400" dirty="0">
                <a:solidFill>
                  <a:srgbClr val="CBBFAE"/>
                </a:solidFill>
                <a:latin typeface="Noto Sans KR"/>
              </a:endParaRPr>
            </a:p>
            <a:p>
              <a:pPr algn="l">
                <a:lnSpc>
                  <a:spcPts val="2039"/>
                </a:lnSpc>
              </a:pP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       </a:t>
              </a:r>
              <a:r>
                <a:rPr lang="en-US" altLang="ko-KR" sz="1400" dirty="0">
                  <a:solidFill>
                    <a:srgbClr val="CBBFAE"/>
                  </a:solidFill>
                  <a:latin typeface="Noto Sans KR"/>
                </a:rPr>
                <a:t>-&gt;</a:t>
              </a: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 </a:t>
              </a:r>
              <a:r>
                <a:rPr lang="en-US" altLang="ko-KR" sz="1400" dirty="0">
                  <a:solidFill>
                    <a:srgbClr val="CBBFAE"/>
                  </a:solidFill>
                  <a:latin typeface="Noto Sans KR"/>
                </a:rPr>
                <a:t>1902</a:t>
              </a: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년 </a:t>
              </a:r>
              <a:r>
                <a:rPr lang="en-US" altLang="ko-KR" sz="1400" dirty="0">
                  <a:solidFill>
                    <a:srgbClr val="CBBFAE"/>
                  </a:solidFill>
                  <a:latin typeface="Noto Sans KR"/>
                </a:rPr>
                <a:t>Alexander MacDougall </a:t>
              </a: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주식회사 설립</a:t>
              </a:r>
              <a:endParaRPr lang="en-US" altLang="ko-KR" sz="1400" dirty="0">
                <a:solidFill>
                  <a:srgbClr val="CBBFAE"/>
                </a:solidFill>
                <a:latin typeface="Noto Sans KR"/>
              </a:endParaRPr>
            </a:p>
            <a:p>
              <a:pPr algn="l">
                <a:lnSpc>
                  <a:spcPts val="2039"/>
                </a:lnSpc>
              </a:pP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       </a:t>
              </a:r>
              <a:r>
                <a:rPr lang="en-US" altLang="ko-KR" sz="1400" dirty="0">
                  <a:solidFill>
                    <a:srgbClr val="CBBFAE"/>
                  </a:solidFill>
                  <a:latin typeface="Noto Sans KR"/>
                </a:rPr>
                <a:t>-&gt;</a:t>
              </a: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 </a:t>
              </a:r>
              <a:r>
                <a:rPr lang="en-US" altLang="ko-KR" sz="1400" dirty="0">
                  <a:solidFill>
                    <a:srgbClr val="CBBFAE"/>
                  </a:solidFill>
                  <a:latin typeface="Noto Sans KR"/>
                </a:rPr>
                <a:t>1981,</a:t>
              </a: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 </a:t>
              </a:r>
              <a:r>
                <a:rPr lang="en-US" altLang="ko-KR" sz="1400" dirty="0">
                  <a:solidFill>
                    <a:srgbClr val="CBBFAE"/>
                  </a:solidFill>
                  <a:latin typeface="Noto Sans KR"/>
                </a:rPr>
                <a:t>1991</a:t>
              </a: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 </a:t>
              </a:r>
              <a:r>
                <a:rPr lang="ko-KR" altLang="en-US" sz="1400" dirty="0" err="1">
                  <a:solidFill>
                    <a:srgbClr val="CBBFAE"/>
                  </a:solidFill>
                  <a:latin typeface="Noto Sans KR"/>
                </a:rPr>
                <a:t>증류소</a:t>
              </a: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 폐쇄</a:t>
              </a:r>
              <a:endParaRPr lang="en-US" altLang="ko-KR" sz="1400" dirty="0">
                <a:solidFill>
                  <a:srgbClr val="CBBFAE"/>
                </a:solidFill>
                <a:latin typeface="Noto Sans KR"/>
              </a:endParaRPr>
            </a:p>
            <a:p>
              <a:pPr algn="l">
                <a:lnSpc>
                  <a:spcPts val="2039"/>
                </a:lnSpc>
              </a:pP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       </a:t>
              </a:r>
              <a:r>
                <a:rPr lang="en-US" altLang="ko-KR" sz="1400" dirty="0">
                  <a:solidFill>
                    <a:srgbClr val="CBBFAE"/>
                  </a:solidFill>
                  <a:latin typeface="Noto Sans KR"/>
                </a:rPr>
                <a:t>-&gt;</a:t>
              </a: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 </a:t>
              </a:r>
              <a:r>
                <a:rPr lang="en-US" altLang="ko-KR" sz="1400" dirty="0">
                  <a:solidFill>
                    <a:srgbClr val="CBBFAE"/>
                  </a:solidFill>
                  <a:latin typeface="Noto Sans KR"/>
                </a:rPr>
                <a:t>1997</a:t>
              </a: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년 </a:t>
              </a:r>
              <a:r>
                <a:rPr lang="ko-KR" altLang="en-US" sz="1400" dirty="0" err="1">
                  <a:solidFill>
                    <a:srgbClr val="CBBFAE"/>
                  </a:solidFill>
                  <a:latin typeface="Noto Sans KR"/>
                </a:rPr>
                <a:t>글렌모렌지로</a:t>
              </a: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 인수됨</a:t>
              </a:r>
              <a:endParaRPr lang="en-US" altLang="ko-KR" sz="1400" dirty="0">
                <a:solidFill>
                  <a:srgbClr val="CBBFAE"/>
                </a:solidFill>
                <a:latin typeface="Noto Sans KR"/>
              </a:endParaRPr>
            </a:p>
            <a:p>
              <a:pPr algn="l">
                <a:lnSpc>
                  <a:spcPts val="2039"/>
                </a:lnSpc>
              </a:pP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       </a:t>
              </a:r>
              <a:r>
                <a:rPr lang="en-US" altLang="ko-KR" sz="1400" dirty="0">
                  <a:solidFill>
                    <a:srgbClr val="CBBFAE"/>
                  </a:solidFill>
                  <a:latin typeface="Noto Sans KR"/>
                </a:rPr>
                <a:t>-&gt;</a:t>
              </a: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 </a:t>
              </a:r>
              <a:r>
                <a:rPr lang="en-US" altLang="ko-KR" sz="1400" dirty="0">
                  <a:solidFill>
                    <a:srgbClr val="CBBFAE"/>
                  </a:solidFill>
                  <a:latin typeface="Noto Sans KR"/>
                </a:rPr>
                <a:t>2005</a:t>
              </a: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년 </a:t>
              </a:r>
              <a:r>
                <a:rPr lang="en-US" altLang="ko-KR" sz="1400" dirty="0">
                  <a:solidFill>
                    <a:srgbClr val="CBBFAE"/>
                  </a:solidFill>
                  <a:latin typeface="Noto Sans KR"/>
                </a:rPr>
                <a:t>LVMH</a:t>
              </a:r>
              <a:r>
                <a:rPr lang="ko-KR" altLang="en-US" sz="1400" dirty="0" err="1">
                  <a:solidFill>
                    <a:srgbClr val="CBBFAE"/>
                  </a:solidFill>
                  <a:latin typeface="Noto Sans KR"/>
                </a:rPr>
                <a:t>에</a:t>
              </a: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 </a:t>
              </a:r>
              <a:r>
                <a:rPr lang="ko-KR" altLang="en-US" sz="1400" dirty="0" err="1">
                  <a:solidFill>
                    <a:srgbClr val="CBBFAE"/>
                  </a:solidFill>
                  <a:latin typeface="Noto Sans KR"/>
                </a:rPr>
                <a:t>글렌모렌지와</a:t>
              </a: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 함께 인수됨</a:t>
              </a:r>
              <a:endParaRPr lang="en-US" altLang="ko-KR" sz="1400" dirty="0">
                <a:solidFill>
                  <a:srgbClr val="CBBFAE"/>
                </a:solidFill>
                <a:latin typeface="Noto Sans KR"/>
              </a:endParaRPr>
            </a:p>
            <a:p>
              <a:pPr algn="l">
                <a:lnSpc>
                  <a:spcPts val="2039"/>
                </a:lnSpc>
              </a:pP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    </a:t>
              </a:r>
              <a:endParaRPr lang="en-US" altLang="ko-KR" sz="1400" dirty="0">
                <a:solidFill>
                  <a:srgbClr val="CBBFAE"/>
                </a:solidFill>
                <a:latin typeface="Noto Sans KR"/>
              </a:endParaRPr>
            </a:p>
          </p:txBody>
        </p:sp>
      </p:grpSp>
      <p:pic>
        <p:nvPicPr>
          <p:cNvPr id="15" name="그림 14" descr="INTO THE WILD | 에스콰이어 코리아">
            <a:extLst>
              <a:ext uri="{FF2B5EF4-FFF2-40B4-BE49-F238E27FC236}">
                <a16:creationId xmlns:a16="http://schemas.microsoft.com/office/drawing/2014/main" id="{424D7756-35DA-EC0C-E4E7-587A2A8917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1849" y="1667247"/>
            <a:ext cx="5881501" cy="4292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3931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A4683-FDC9-677B-01D4-E34513559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B409D24A-03A7-EC0E-7DB1-C25CB90803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D4265B9E-B5E6-DD54-59DC-DB65D31B0DCB}"/>
              </a:ext>
            </a:extLst>
          </p:cNvPr>
          <p:cNvGrpSpPr/>
          <p:nvPr/>
        </p:nvGrpSpPr>
        <p:grpSpPr>
          <a:xfrm>
            <a:off x="628650" y="3167180"/>
            <a:ext cx="4905375" cy="1108792"/>
            <a:chOff x="628502" y="3441332"/>
            <a:chExt cx="3454449" cy="1108792"/>
          </a:xfrm>
        </p:grpSpPr>
        <p:pic>
          <p:nvPicPr>
            <p:cNvPr id="3" name="Picture 2" descr="image.png">
              <a:extLst>
                <a:ext uri="{FF2B5EF4-FFF2-40B4-BE49-F238E27FC236}">
                  <a16:creationId xmlns:a16="http://schemas.microsoft.com/office/drawing/2014/main" id="{CC4B4E5B-6F16-D4F4-D919-0D48DA78DE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8502" y="3441332"/>
              <a:ext cx="3454449" cy="1108792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3A0943B-EAEF-6CF8-00C3-CE3364E6040D}"/>
                </a:ext>
              </a:extLst>
            </p:cNvPr>
            <p:cNvSpPr txBox="1"/>
            <p:nvPr/>
          </p:nvSpPr>
          <p:spPr>
            <a:xfrm>
              <a:off x="904875" y="3688258"/>
              <a:ext cx="1153737" cy="2769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ko-KR" altLang="en-US" dirty="0" err="1">
                  <a:solidFill>
                    <a:srgbClr val="F7F3EC"/>
                  </a:solidFill>
                  <a:latin typeface="Cinzel SemiBold"/>
                </a:rPr>
                <a:t>미즈와리</a:t>
              </a:r>
              <a:endParaRPr sz="1800" b="0" i="0" u="none" dirty="0">
                <a:solidFill>
                  <a:srgbClr val="F7F3EC"/>
                </a:solidFill>
                <a:latin typeface="Cinzel SemiBold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31FEDAA-EF9D-A6A7-DBD9-9ED1FE3A8024}"/>
                </a:ext>
              </a:extLst>
            </p:cNvPr>
            <p:cNvSpPr txBox="1"/>
            <p:nvPr/>
          </p:nvSpPr>
          <p:spPr>
            <a:xfrm>
              <a:off x="904875" y="4059733"/>
              <a:ext cx="2901999" cy="23391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2039"/>
                </a:lnSpc>
              </a:pPr>
              <a:r>
                <a:rPr lang="ko-KR" altLang="en-US" sz="1275" b="0" i="0" u="none" dirty="0">
                  <a:solidFill>
                    <a:srgbClr val="CBBFAE"/>
                  </a:solidFill>
                  <a:latin typeface="Noto Sans KR"/>
                </a:rPr>
                <a:t>차가운 물과 얼음을 타서 마시는 방식</a:t>
              </a:r>
              <a:endParaRPr sz="1275" b="0" i="0" u="none" dirty="0">
                <a:solidFill>
                  <a:srgbClr val="CBBFAE"/>
                </a:solidFill>
                <a:latin typeface="Noto Sans KR"/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4CBA2140-CC83-5C17-9488-A15D579D20A5}"/>
              </a:ext>
            </a:extLst>
          </p:cNvPr>
          <p:cNvGrpSpPr/>
          <p:nvPr/>
        </p:nvGrpSpPr>
        <p:grpSpPr>
          <a:xfrm>
            <a:off x="6509495" y="4774321"/>
            <a:ext cx="4905375" cy="1108792"/>
            <a:chOff x="8109049" y="3429000"/>
            <a:chExt cx="3454449" cy="1108792"/>
          </a:xfrm>
        </p:grpSpPr>
        <p:pic>
          <p:nvPicPr>
            <p:cNvPr id="5" name="Picture 4" descr="image.png">
              <a:extLst>
                <a:ext uri="{FF2B5EF4-FFF2-40B4-BE49-F238E27FC236}">
                  <a16:creationId xmlns:a16="http://schemas.microsoft.com/office/drawing/2014/main" id="{FF9A7432-BFEA-FA5D-6B34-F0ADE648F7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109049" y="3429000"/>
              <a:ext cx="3454449" cy="1108792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F912DA-CAF4-2585-B932-B89BB029E96C}"/>
                </a:ext>
              </a:extLst>
            </p:cNvPr>
            <p:cNvSpPr txBox="1"/>
            <p:nvPr/>
          </p:nvSpPr>
          <p:spPr>
            <a:xfrm>
              <a:off x="8385274" y="3688258"/>
              <a:ext cx="1941961" cy="2769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ko-KR" altLang="en-US" sz="1800" b="0" i="0" u="none" dirty="0">
                  <a:solidFill>
                    <a:srgbClr val="F7F3EC"/>
                  </a:solidFill>
                  <a:latin typeface="Cinzel SemiBold"/>
                </a:rPr>
                <a:t>하이볼</a:t>
              </a:r>
              <a:endParaRPr sz="1800" b="0" i="0" u="none" dirty="0">
                <a:solidFill>
                  <a:srgbClr val="F7F3EC"/>
                </a:solidFill>
                <a:latin typeface="Cinzel SemiBold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F11577A-DF63-3D2D-1B3E-4E170C97C131}"/>
                </a:ext>
              </a:extLst>
            </p:cNvPr>
            <p:cNvSpPr txBox="1"/>
            <p:nvPr/>
          </p:nvSpPr>
          <p:spPr>
            <a:xfrm>
              <a:off x="8385274" y="4059733"/>
              <a:ext cx="2901999" cy="23391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2039"/>
                </a:lnSpc>
              </a:pPr>
              <a:r>
                <a:rPr lang="ko-KR" altLang="en-US" sz="1275" b="0" i="0" u="none" dirty="0">
                  <a:solidFill>
                    <a:srgbClr val="CBBFAE"/>
                  </a:solidFill>
                  <a:latin typeface="Noto Sans KR"/>
                </a:rPr>
                <a:t>위스키와 탄산 음료를 섞어 마시는 방식</a:t>
              </a:r>
              <a:endParaRPr sz="1275" b="0" i="0" u="none" dirty="0">
                <a:solidFill>
                  <a:srgbClr val="CBBFAE"/>
                </a:solidFill>
                <a:latin typeface="Noto Sans KR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6F843220-BD0E-756C-6C5F-96C02087BA1B}"/>
              </a:ext>
            </a:extLst>
          </p:cNvPr>
          <p:cNvSpPr txBox="1"/>
          <p:nvPr/>
        </p:nvSpPr>
        <p:spPr>
          <a:xfrm>
            <a:off x="628650" y="533400"/>
            <a:ext cx="11481435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2700" b="1" i="0" u="none" dirty="0" err="1">
                <a:solidFill>
                  <a:srgbClr val="E2B466"/>
                </a:solidFill>
                <a:latin typeface="Cinzel"/>
              </a:rPr>
              <a:t>음용법</a:t>
            </a:r>
            <a:endParaRPr sz="2700" b="1" i="0" u="none" dirty="0">
              <a:solidFill>
                <a:srgbClr val="E2B466"/>
              </a:solidFill>
              <a:latin typeface="Cinzel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0AA65C1-9B77-0460-53AC-EA597D3200C8}"/>
              </a:ext>
            </a:extLst>
          </p:cNvPr>
          <p:cNvSpPr/>
          <p:nvPr/>
        </p:nvSpPr>
        <p:spPr>
          <a:xfrm>
            <a:off x="628650" y="1114425"/>
            <a:ext cx="10934700" cy="9525"/>
          </a:xfrm>
          <a:prstGeom prst="rect">
            <a:avLst/>
          </a:prstGeom>
          <a:solidFill>
            <a:srgbClr val="3A3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FE4FEFD4-9DE7-C4E4-434B-890F10AE89D6}"/>
              </a:ext>
            </a:extLst>
          </p:cNvPr>
          <p:cNvGrpSpPr/>
          <p:nvPr/>
        </p:nvGrpSpPr>
        <p:grpSpPr>
          <a:xfrm>
            <a:off x="6509497" y="1499097"/>
            <a:ext cx="4905375" cy="1108792"/>
            <a:chOff x="4368849" y="3429000"/>
            <a:chExt cx="3454449" cy="1108792"/>
          </a:xfrm>
        </p:grpSpPr>
        <p:pic>
          <p:nvPicPr>
            <p:cNvPr id="4" name="Picture 3" descr="image.png">
              <a:extLst>
                <a:ext uri="{FF2B5EF4-FFF2-40B4-BE49-F238E27FC236}">
                  <a16:creationId xmlns:a16="http://schemas.microsoft.com/office/drawing/2014/main" id="{4FB0329E-78CA-9992-D1C4-0B3E51599E1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68849" y="3429000"/>
              <a:ext cx="3454449" cy="1108792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57F1208-15D5-9AD3-96BE-A6E1F96D428D}"/>
                </a:ext>
              </a:extLst>
            </p:cNvPr>
            <p:cNvSpPr txBox="1"/>
            <p:nvPr/>
          </p:nvSpPr>
          <p:spPr>
            <a:xfrm>
              <a:off x="4645074" y="4059733"/>
              <a:ext cx="2901999" cy="23391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2039"/>
                </a:lnSpc>
              </a:pPr>
              <a:r>
                <a:rPr lang="ko-KR" altLang="en-US" sz="1275" dirty="0">
                  <a:solidFill>
                    <a:srgbClr val="CBBFAE"/>
                  </a:solidFill>
                  <a:latin typeface="Noto Sans KR"/>
                </a:rPr>
                <a:t>위스키에 </a:t>
              </a:r>
              <a:r>
                <a:rPr lang="ko-KR" altLang="en-US" sz="1275" dirty="0" err="1">
                  <a:solidFill>
                    <a:srgbClr val="CBBFAE"/>
                  </a:solidFill>
                  <a:latin typeface="Noto Sans KR"/>
                </a:rPr>
                <a:t>스포이드로</a:t>
              </a:r>
              <a:r>
                <a:rPr lang="ko-KR" altLang="en-US" sz="1275" dirty="0">
                  <a:solidFill>
                    <a:srgbClr val="CBBFAE"/>
                  </a:solidFill>
                  <a:latin typeface="Noto Sans KR"/>
                </a:rPr>
                <a:t> 물 한 두 방울을 넣어 희석</a:t>
              </a:r>
              <a:endParaRPr sz="1275" b="0" i="0" u="none" dirty="0">
                <a:solidFill>
                  <a:srgbClr val="CBBFAE"/>
                </a:solidFill>
                <a:latin typeface="Noto Sans KR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5E579E6-B00A-2D18-49C2-74810780C908}"/>
                </a:ext>
              </a:extLst>
            </p:cNvPr>
            <p:cNvSpPr txBox="1"/>
            <p:nvPr/>
          </p:nvSpPr>
          <p:spPr>
            <a:xfrm>
              <a:off x="4645074" y="3666205"/>
              <a:ext cx="1153737" cy="2769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ko-KR" altLang="en-US" dirty="0">
                  <a:solidFill>
                    <a:srgbClr val="F7F3EC"/>
                  </a:solidFill>
                  <a:latin typeface="Cinzel SemiBold"/>
                </a:rPr>
                <a:t>드롭</a:t>
              </a:r>
              <a:endParaRPr sz="1800" b="0" i="0" u="none" dirty="0">
                <a:solidFill>
                  <a:srgbClr val="F7F3EC"/>
                </a:solidFill>
                <a:latin typeface="Cinzel SemiBold"/>
              </a:endParaRP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BA5D8115-24B8-67ED-B702-F802275C77E8}"/>
              </a:ext>
            </a:extLst>
          </p:cNvPr>
          <p:cNvGrpSpPr/>
          <p:nvPr/>
        </p:nvGrpSpPr>
        <p:grpSpPr>
          <a:xfrm>
            <a:off x="628650" y="1499097"/>
            <a:ext cx="5565962" cy="1108792"/>
            <a:chOff x="628502" y="3441332"/>
            <a:chExt cx="4590311" cy="1108792"/>
          </a:xfrm>
        </p:grpSpPr>
        <p:pic>
          <p:nvPicPr>
            <p:cNvPr id="26" name="Picture 2" descr="image.png">
              <a:extLst>
                <a:ext uri="{FF2B5EF4-FFF2-40B4-BE49-F238E27FC236}">
                  <a16:creationId xmlns:a16="http://schemas.microsoft.com/office/drawing/2014/main" id="{3C4276F0-F125-677D-6969-6CDAC22A86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8502" y="3441332"/>
              <a:ext cx="4033281" cy="1108792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6CE6328-A279-F7CF-28FA-9189AF08A446}"/>
                </a:ext>
              </a:extLst>
            </p:cNvPr>
            <p:cNvSpPr txBox="1"/>
            <p:nvPr/>
          </p:nvSpPr>
          <p:spPr>
            <a:xfrm>
              <a:off x="904874" y="3688258"/>
              <a:ext cx="4313939" cy="2769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ko-KR" altLang="en-US" sz="1800" b="0" i="0" u="none" dirty="0">
                  <a:solidFill>
                    <a:srgbClr val="F7F3EC"/>
                  </a:solidFill>
                  <a:latin typeface="Cinzel SemiBold"/>
                </a:rPr>
                <a:t>니트</a:t>
              </a:r>
              <a:endParaRPr sz="1800" b="0" i="0" u="none" dirty="0">
                <a:solidFill>
                  <a:srgbClr val="F7F3EC"/>
                </a:solidFill>
                <a:latin typeface="Cinzel SemiBold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92D61CD-B007-5A49-7225-7F31F78CF1C7}"/>
                </a:ext>
              </a:extLst>
            </p:cNvPr>
            <p:cNvSpPr txBox="1"/>
            <p:nvPr/>
          </p:nvSpPr>
          <p:spPr>
            <a:xfrm>
              <a:off x="904875" y="4059733"/>
              <a:ext cx="2901999" cy="23391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2039"/>
                </a:lnSpc>
              </a:pPr>
              <a:r>
                <a:rPr lang="ko-KR" altLang="en-US" sz="1275" b="0" i="0" u="none" dirty="0">
                  <a:solidFill>
                    <a:srgbClr val="CBBFAE"/>
                  </a:solidFill>
                  <a:latin typeface="Noto Sans KR"/>
                </a:rPr>
                <a:t>위스키를 그대로 마시는 방식</a:t>
              </a:r>
              <a:endParaRPr sz="1275" b="0" i="0" u="none" dirty="0">
                <a:solidFill>
                  <a:srgbClr val="CBBFAE"/>
                </a:solidFill>
                <a:latin typeface="Noto Sans KR"/>
              </a:endParaRP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E7F8E57C-7F79-8519-3EEE-A67BDDA7DD95}"/>
              </a:ext>
            </a:extLst>
          </p:cNvPr>
          <p:cNvGrpSpPr/>
          <p:nvPr/>
        </p:nvGrpSpPr>
        <p:grpSpPr>
          <a:xfrm>
            <a:off x="6509495" y="3136709"/>
            <a:ext cx="4905375" cy="1108792"/>
            <a:chOff x="4368849" y="3429000"/>
            <a:chExt cx="3454449" cy="1108792"/>
          </a:xfrm>
        </p:grpSpPr>
        <p:pic>
          <p:nvPicPr>
            <p:cNvPr id="9" name="Picture 3" descr="image.png">
              <a:extLst>
                <a:ext uri="{FF2B5EF4-FFF2-40B4-BE49-F238E27FC236}">
                  <a16:creationId xmlns:a16="http://schemas.microsoft.com/office/drawing/2014/main" id="{E2048B67-2568-C590-52B4-650B30B319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68849" y="3429000"/>
              <a:ext cx="3454449" cy="1108792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58F08B4-1BE0-0EC8-C10E-592BCE60E28F}"/>
                </a:ext>
              </a:extLst>
            </p:cNvPr>
            <p:cNvSpPr txBox="1"/>
            <p:nvPr/>
          </p:nvSpPr>
          <p:spPr>
            <a:xfrm>
              <a:off x="4645074" y="4059733"/>
              <a:ext cx="2901999" cy="23391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2039"/>
                </a:lnSpc>
              </a:pPr>
              <a:r>
                <a:rPr lang="ko-KR" altLang="en-US" sz="1275" b="0" i="0" u="none" dirty="0">
                  <a:solidFill>
                    <a:srgbClr val="CBBFAE"/>
                  </a:solidFill>
                  <a:latin typeface="Noto Sans KR"/>
                </a:rPr>
                <a:t>따뜻한 물</a:t>
              </a:r>
              <a:r>
                <a:rPr lang="en-US" altLang="ko-KR" sz="1275" b="0" i="0" u="none" dirty="0">
                  <a:solidFill>
                    <a:srgbClr val="CBBFAE"/>
                  </a:solidFill>
                  <a:latin typeface="Noto Sans KR"/>
                </a:rPr>
                <a:t>(</a:t>
              </a:r>
              <a:r>
                <a:rPr lang="ko-KR" altLang="en-US" sz="1275" b="0" i="0" u="none" dirty="0">
                  <a:solidFill>
                    <a:srgbClr val="CBBFAE"/>
                  </a:solidFill>
                  <a:latin typeface="Noto Sans KR"/>
                </a:rPr>
                <a:t>오유</a:t>
              </a:r>
              <a:r>
                <a:rPr lang="en-US" altLang="ko-KR" sz="1275" b="0" i="0" u="none" dirty="0">
                  <a:solidFill>
                    <a:srgbClr val="CBBFAE"/>
                  </a:solidFill>
                  <a:latin typeface="Noto Sans KR"/>
                </a:rPr>
                <a:t>)</a:t>
              </a:r>
              <a:r>
                <a:rPr lang="ko-KR" altLang="en-US" sz="1275" b="0" i="0" u="none" dirty="0" err="1">
                  <a:solidFill>
                    <a:srgbClr val="CBBFAE"/>
                  </a:solidFill>
                  <a:latin typeface="Noto Sans KR"/>
                </a:rPr>
                <a:t>를</a:t>
              </a:r>
              <a:r>
                <a:rPr lang="ko-KR" altLang="en-US" sz="1275" b="0" i="0" u="none" dirty="0">
                  <a:solidFill>
                    <a:srgbClr val="CBBFAE"/>
                  </a:solidFill>
                  <a:latin typeface="Noto Sans KR"/>
                </a:rPr>
                <a:t> 타서 마시는 방식</a:t>
              </a:r>
              <a:endParaRPr sz="1275" b="0" i="0" u="none" dirty="0">
                <a:solidFill>
                  <a:srgbClr val="CBBFAE"/>
                </a:solidFill>
                <a:latin typeface="Noto Sans KR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5CA77F7-FEC4-3E62-DFFD-A539BFCDD4E7}"/>
                </a:ext>
              </a:extLst>
            </p:cNvPr>
            <p:cNvSpPr txBox="1"/>
            <p:nvPr/>
          </p:nvSpPr>
          <p:spPr>
            <a:xfrm>
              <a:off x="4645074" y="3666205"/>
              <a:ext cx="1153737" cy="2769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ko-KR" altLang="en-US" dirty="0" err="1">
                  <a:solidFill>
                    <a:srgbClr val="F7F3EC"/>
                  </a:solidFill>
                  <a:latin typeface="Cinzel SemiBold"/>
                </a:rPr>
                <a:t>오유와리</a:t>
              </a:r>
              <a:endParaRPr sz="1800" b="0" i="0" u="none" dirty="0">
                <a:solidFill>
                  <a:srgbClr val="F7F3EC"/>
                </a:solidFill>
                <a:latin typeface="Cinzel SemiBold"/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21431D5D-AEB8-28D0-F0D3-E40E1530ECE3}"/>
              </a:ext>
            </a:extLst>
          </p:cNvPr>
          <p:cNvGrpSpPr/>
          <p:nvPr/>
        </p:nvGrpSpPr>
        <p:grpSpPr>
          <a:xfrm>
            <a:off x="613813" y="4834979"/>
            <a:ext cx="4905375" cy="1108792"/>
            <a:chOff x="8109049" y="3429000"/>
            <a:chExt cx="3454449" cy="1108792"/>
          </a:xfrm>
        </p:grpSpPr>
        <p:pic>
          <p:nvPicPr>
            <p:cNvPr id="16" name="Picture 4" descr="image.png">
              <a:extLst>
                <a:ext uri="{FF2B5EF4-FFF2-40B4-BE49-F238E27FC236}">
                  <a16:creationId xmlns:a16="http://schemas.microsoft.com/office/drawing/2014/main" id="{051B7788-5EBF-A25A-89AF-D8CF64F27AD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109049" y="3429000"/>
              <a:ext cx="3454449" cy="1108792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0AC8B01-7800-9C68-7FEE-8BA60E0FB5ED}"/>
                </a:ext>
              </a:extLst>
            </p:cNvPr>
            <p:cNvSpPr txBox="1"/>
            <p:nvPr/>
          </p:nvSpPr>
          <p:spPr>
            <a:xfrm>
              <a:off x="8385274" y="3688258"/>
              <a:ext cx="1941961" cy="2769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ko-KR" altLang="en-US" sz="1800" b="0" i="0" u="none" dirty="0" err="1">
                  <a:solidFill>
                    <a:srgbClr val="F7F3EC"/>
                  </a:solidFill>
                  <a:latin typeface="Cinzel SemiBold"/>
                </a:rPr>
                <a:t>온더락</a:t>
              </a:r>
              <a:endParaRPr sz="1800" b="0" i="0" u="none" dirty="0">
                <a:solidFill>
                  <a:srgbClr val="F7F3EC"/>
                </a:solidFill>
                <a:latin typeface="Cinzel SemiBold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C0171FC-5318-85B9-AEF9-5EDCE5349F76}"/>
                </a:ext>
              </a:extLst>
            </p:cNvPr>
            <p:cNvSpPr txBox="1"/>
            <p:nvPr/>
          </p:nvSpPr>
          <p:spPr>
            <a:xfrm>
              <a:off x="8385274" y="4059733"/>
              <a:ext cx="2901999" cy="23391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2039"/>
                </a:lnSpc>
              </a:pPr>
              <a:r>
                <a:rPr lang="ko-KR" altLang="en-US" sz="1275" b="0" i="0" u="none" dirty="0">
                  <a:solidFill>
                    <a:srgbClr val="CBBFAE"/>
                  </a:solidFill>
                  <a:latin typeface="Noto Sans KR"/>
                </a:rPr>
                <a:t>얼음을 넣고 그 위에 술을 </a:t>
              </a:r>
              <a:r>
                <a:rPr lang="ko-KR" altLang="en-US" sz="1275" dirty="0">
                  <a:solidFill>
                    <a:srgbClr val="CBBFAE"/>
                  </a:solidFill>
                  <a:latin typeface="Noto Sans KR"/>
                </a:rPr>
                <a:t>부어 마시는 방식</a:t>
              </a:r>
              <a:endParaRPr sz="1275" b="0" i="0" u="none" dirty="0">
                <a:solidFill>
                  <a:srgbClr val="CBBFAE"/>
                </a:solidFill>
                <a:latin typeface="Noto Sans KR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79951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5282" y="2442269"/>
            <a:ext cx="11481435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5400" b="1" i="0" u="none" dirty="0">
                <a:solidFill>
                  <a:srgbClr val="F0C987"/>
                </a:solidFill>
                <a:latin typeface="Cinzel"/>
              </a:rPr>
              <a:t>Finish</a:t>
            </a:r>
            <a:endParaRPr sz="5400" b="1" i="0" u="none" dirty="0">
              <a:solidFill>
                <a:srgbClr val="F0C987"/>
              </a:solidFill>
              <a:latin typeface="Cinze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8650" y="3423344"/>
            <a:ext cx="10934700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CBBFAE"/>
                </a:solidFill>
                <a:latin typeface="Noto Sans KR"/>
              </a:rPr>
              <a:t>Now, let’s dive into some whiskey!</a:t>
            </a:r>
            <a:endParaRPr sz="1650" b="0" i="0" u="none" dirty="0">
              <a:solidFill>
                <a:srgbClr val="CBBFAE"/>
              </a:solidFill>
              <a:latin typeface="Noto Sans KR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8650" y="4187130"/>
            <a:ext cx="10934700" cy="207749"/>
          </a:xfrm>
          <a:prstGeom prst="rect">
            <a:avLst/>
          </a:prstGeom>
          <a:noFill/>
        </p:spPr>
        <p:txBody>
          <a:bodyPr wrap="square" lIns="219223" tIns="0" rIns="0" bIns="0" anchor="t">
            <a:spAutoFit/>
          </a:bodyPr>
          <a:lstStyle/>
          <a:p>
            <a:pPr algn="ctr"/>
            <a:r>
              <a:rPr lang="ko-KR" altLang="en-US" sz="1350" dirty="0" err="1">
                <a:solidFill>
                  <a:srgbClr val="E2B466"/>
                </a:solidFill>
                <a:latin typeface="Noto Sans KR"/>
              </a:rPr>
              <a:t>위스커버리</a:t>
            </a:r>
            <a:r>
              <a:rPr lang="en-US" altLang="ko-KR" sz="1350" dirty="0">
                <a:solidFill>
                  <a:srgbClr val="E2B466"/>
                </a:solidFill>
                <a:latin typeface="Noto Sans KR"/>
              </a:rPr>
              <a:t>CS 9</a:t>
            </a:r>
            <a:r>
              <a:rPr lang="ko-KR" altLang="en-US" sz="1350" dirty="0">
                <a:solidFill>
                  <a:srgbClr val="E2B466"/>
                </a:solidFill>
                <a:latin typeface="Noto Sans KR"/>
              </a:rPr>
              <a:t>월 정모</a:t>
            </a:r>
            <a:endParaRPr sz="1350" b="0" i="0" u="none" dirty="0">
              <a:solidFill>
                <a:srgbClr val="E2B466"/>
              </a:solidFill>
              <a:latin typeface="Noto Sans KR"/>
            </a:endParaRP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4098" y="4215705"/>
            <a:ext cx="143023" cy="1714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2227</TotalTime>
  <Words>530</Words>
  <Application>Microsoft Macintosh PowerPoint</Application>
  <PresentationFormat>와이드스크린</PresentationFormat>
  <Paragraphs>85</Paragraphs>
  <Slides>12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20" baseType="lpstr">
      <vt:lpstr>맑은 고딕</vt:lpstr>
      <vt:lpstr>Cinzel</vt:lpstr>
      <vt:lpstr>Cinzel SemiBold</vt:lpstr>
      <vt:lpstr>Noto Sans KR</vt:lpstr>
      <vt:lpstr>Noto Sans KR Light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Hyeon-seung Yoo</cp:lastModifiedBy>
  <cp:revision>21</cp:revision>
  <dcterms:created xsi:type="dcterms:W3CDTF">2013-01-27T09:14:16Z</dcterms:created>
  <dcterms:modified xsi:type="dcterms:W3CDTF">2026-09-18T03:43:42Z</dcterms:modified>
  <cp:category/>
</cp:coreProperties>
</file>