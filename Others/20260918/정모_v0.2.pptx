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70" r:id="rId4"/>
    <p:sldId id="271" r:id="rId5"/>
    <p:sldId id="272" r:id="rId6"/>
    <p:sldId id="273" r:id="rId7"/>
    <p:sldId id="258" r:id="rId8"/>
    <p:sldId id="274" r:id="rId9"/>
    <p:sldId id="275" r:id="rId10"/>
    <p:sldId id="27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9"/>
    <p:restoredTop sz="94631"/>
  </p:normalViewPr>
  <p:slideViewPr>
    <p:cSldViewPr snapToGrid="0" snapToObjects="1">
      <p:cViewPr>
        <p:scale>
          <a:sx n="149" d="100"/>
          <a:sy n="149" d="100"/>
        </p:scale>
        <p:origin x="61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921A4-AD9A-0347-AF06-13B1FAE8E465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B533-9062-6841-870D-CDFE5B37F1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00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5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F2E5-F05A-5E47-8EA3-D7ED531A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458D-28E9-02C6-2FDE-E4E5EF97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5B9D79-4A31-9846-2618-917F40ED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0C266-0C69-F785-B250-2790D8667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555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6080-7E56-1508-4808-1706FB76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7E61E-8E50-535A-84A1-0EEC668E0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1C0901-C13D-4C29-2D74-1026DE826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3C3C4-7B12-2D19-1555-948D4D74C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8848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0A42-85E8-FFCD-9E0E-1F769FCC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145E9-AB34-309A-D6FC-9C3EC42FA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ED1A7D-4F5E-3A7C-4BD6-23E98B841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7EC71-33CD-342E-A24C-EF795BE06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4291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F583-57D2-BCF7-F3BD-8C1E4475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B411F4-DD09-BC49-C3AD-0315A212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6453AD-2947-CE38-0B33-B73753E89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38CF9-BD61-A8D2-CC3D-CCEC36A7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52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4668" y="3020466"/>
            <a:ext cx="8802662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altLang="ko-KR" sz="4800" b="1" dirty="0" err="1">
                <a:solidFill>
                  <a:srgbClr val="F0C987"/>
                </a:solidFill>
                <a:latin typeface="Cinzel"/>
              </a:rPr>
              <a:t>Whiscovery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 CS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 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9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월 정모</a:t>
            </a:r>
            <a:endParaRPr sz="48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4255" y="3911947"/>
            <a:ext cx="8383488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위스키의 </a:t>
            </a:r>
            <a:r>
              <a:rPr lang="en-US" altLang="ko-KR" sz="1650" b="0" i="0" u="none" dirty="0">
                <a:solidFill>
                  <a:srgbClr val="A89A88"/>
                </a:solidFill>
                <a:latin typeface="Noto Sans KR Light"/>
              </a:rPr>
              <a:t>54</a:t>
            </a: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가지 노트</a:t>
            </a:r>
            <a:endParaRPr sz="1650" b="0" i="0" u="none" dirty="0">
              <a:solidFill>
                <a:srgbClr val="A89A88"/>
              </a:solidFill>
              <a:latin typeface="Noto Sans K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00FF-3A31-AE88-0CC0-1926A724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23FB9A-2932-519A-4464-E1DB4156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23699218-4318-035D-899E-55B19DC6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3F21C-5FCF-CAC5-52DC-1B6A7F9E7BA8}"/>
              </a:ext>
            </a:extLst>
          </p:cNvPr>
          <p:cNvSpPr txBox="1"/>
          <p:nvPr/>
        </p:nvSpPr>
        <p:spPr>
          <a:xfrm>
            <a:off x="1087755" y="1691848"/>
            <a:ext cx="63170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팀 뽑기 </a:t>
            </a:r>
            <a:r>
              <a:rPr lang="en-US" altLang="ko-KR" sz="2800" b="0" i="0" u="none" dirty="0">
                <a:solidFill>
                  <a:srgbClr val="F7F3EC"/>
                </a:solidFill>
                <a:latin typeface="Cinzel SemiBold"/>
              </a:rPr>
              <a:t>&amp;</a:t>
            </a:r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 팀원과 함께 위스키 맞추기</a:t>
            </a:r>
            <a:endParaRPr sz="28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4C147-2B69-0750-EA7C-ECF10EFF219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오늘의 퀘스트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C71A4-3FA3-24F7-9EBB-6346B58B707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DA3E4-71BD-C2AF-CC5C-A421A9AE7369}"/>
              </a:ext>
            </a:extLst>
          </p:cNvPr>
          <p:cNvSpPr txBox="1"/>
          <p:nvPr/>
        </p:nvSpPr>
        <p:spPr>
          <a:xfrm>
            <a:off x="1225651" y="2418439"/>
            <a:ext cx="9740698" cy="363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총 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4</a:t>
            </a: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개의 위스키를 블라인드로 마셔보고 향을 추측하고 위스키 맞추기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1)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각 팀원과 위스키를 음용 해보고 추측한 향을 메모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   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(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음용 방법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니트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드롭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미즈와리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오유와리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온더락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하이볼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2)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해당 위스키에 들어 있는 향 키트들을 맡아보고 다시 위스키를 마시며 비교하기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3)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위스키와 노트 공개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b="0" i="0" u="none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벌칙 </a:t>
            </a:r>
            <a:r>
              <a:rPr lang="en-US" altLang="ko-KR" sz="1600" b="0" i="0" u="none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 가장 못 맞춘 팀은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10,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11,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12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월에 각자 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“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혼자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”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위스키바에 가서 다른 팀이 </a:t>
            </a:r>
            <a:endParaRPr lang="en-US" altLang="ko-KR" sz="16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           제안하는 미션을 수행 </a:t>
            </a:r>
            <a:endParaRPr sz="1600" b="1" i="0" u="none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6163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3DB8-4EFF-963D-2B84-859C748E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5B62A87-CC78-82E0-6148-095854CEE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35CF280-119F-7872-8899-86E311EC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D6D31F-F26E-EDBC-D37C-502514C99B70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첫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4B256-8619-8460-FBAA-2D322CE0251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ACE71-20CB-5DC5-7EC4-3441A2BA15E7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E6C4E-F88A-1407-620F-4AF8D7CFB416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건포도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코코넛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꿀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고무 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자두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스파이시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무화과 오크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43836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53E9-F506-902F-5E93-5C48B30B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0490E6-EB87-52B1-DD6B-BA2B33F9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A111C23-902D-776F-B8CF-6237EAEC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460867-067B-A330-5BD2-02A0E1899B1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두</a:t>
            </a:r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1DC576-C2C0-E7CF-201D-85F6079C523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A7233-BCAD-08E4-A91F-2D181F8F426C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B5840-DED8-16BE-26FC-5D2ED864916B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파인애플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커피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바닐라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가죽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생강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견과류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오렌지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940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E47E-4568-9322-F735-EBB1DE37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482F40D-08A9-A26E-C196-9C887D0A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6C3BDC4-349C-7951-563C-27A39055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5DB384-D171-1B04-311C-19B18429D76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세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D29F7F-9F9B-2DB5-B152-4AE538C7849D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396D6-694B-8B11-045C-9F6A7CFED9A3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679D0-5D1F-0BB9-D26C-C0F25222D601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멜론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구운 고기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오이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자몽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해조류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타임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허브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스모키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673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AE49-4F61-33EF-82B2-2906A8E2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4213B47-D292-68E3-57E6-89A68B09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95FDD46-32E2-CAB1-A1C4-08F07854F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6FAA46-65BE-612E-1809-2A671CD07576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네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57F22-32A7-DFDC-0501-CC3E451A7450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69FA8-B4C5-969A-85D1-EFC3B215151D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47B7-D939-8DAE-FA47-B09C9D6367B7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레몬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후추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초콜릿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체리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배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아몬드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계피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헤이즐넛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46353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04B66E56-EF82-864A-02EB-309C477A9DA8}"/>
              </a:ext>
            </a:extLst>
          </p:cNvPr>
          <p:cNvGrpSpPr/>
          <p:nvPr/>
        </p:nvGrpSpPr>
        <p:grpSpPr>
          <a:xfrm>
            <a:off x="628650" y="2724418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Nose(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향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04875" y="4059733"/>
              <a:ext cx="2901999" cy="4903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견과류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말린 과일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오렌지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초콜릿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63CB57C-F51C-9E59-F63F-672571BFC516}"/>
              </a:ext>
            </a:extLst>
          </p:cNvPr>
          <p:cNvGrpSpPr/>
          <p:nvPr/>
        </p:nvGrpSpPr>
        <p:grpSpPr>
          <a:xfrm>
            <a:off x="628650" y="5153007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800" b="0" i="0" u="none" dirty="0">
                  <a:solidFill>
                    <a:srgbClr val="F7F3EC"/>
                  </a:solidFill>
                  <a:latin typeface="Cinzel SemiBold"/>
                </a:rPr>
                <a:t>Finish(</a:t>
              </a:r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여운</a:t>
              </a:r>
              <a:r>
                <a:rPr lang="en-US" altLang="ko-KR" sz="1800" b="0" i="0" u="none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따뜻한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스파이시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오크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첫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에드라두어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691D38-96DD-32F9-0156-9C662FD72E36}"/>
              </a:ext>
            </a:extLst>
          </p:cNvPr>
          <p:cNvGrpSpPr/>
          <p:nvPr/>
        </p:nvGrpSpPr>
        <p:grpSpPr>
          <a:xfrm>
            <a:off x="628650" y="3927686"/>
            <a:ext cx="4905375" cy="1108792"/>
            <a:chOff x="4368849" y="3429000"/>
            <a:chExt cx="3454449" cy="1108792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견과류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꿀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자두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크리스마스 케이크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ABF8DA-CD02-991B-11F6-B41D227D9088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Palate(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맛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B00B644-18AD-C296-C9D1-05AB934BF232}"/>
              </a:ext>
            </a:extLst>
          </p:cNvPr>
          <p:cNvGrpSpPr/>
          <p:nvPr/>
        </p:nvGrpSpPr>
        <p:grpSpPr>
          <a:xfrm>
            <a:off x="628650" y="1499097"/>
            <a:ext cx="4905375" cy="1108792"/>
            <a:chOff x="628502" y="3441332"/>
            <a:chExt cx="3454449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1691C188-F26A-DF5D-62F4-267D8848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A82735-6CE3-0F65-B55F-D454C1A4F3C6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캐스크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E78B9F-7257-85C2-5883-6CC96C2FB2C2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버번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&amp;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올로로소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셰리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29" name="그림 28" descr="에드라두어 10년 전국 가격비교하고 구매 | 데일리샷에서 모든 위스키 가격 비교하고 내 주변에서 구매하기 2026">
            <a:extLst>
              <a:ext uri="{FF2B5EF4-FFF2-40B4-BE49-F238E27FC236}">
                <a16:creationId xmlns:a16="http://schemas.microsoft.com/office/drawing/2014/main" id="{616BBD8D-7F78-ADCE-091A-42A119E8A0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935" y="1527207"/>
            <a:ext cx="4663342" cy="46633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2E63-83D1-6805-2BEC-521649BB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464D4C2-8696-0E05-A267-2D5962AE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28DEDBCC-5137-D517-65DC-4EA864DD7F8D}"/>
              </a:ext>
            </a:extLst>
          </p:cNvPr>
          <p:cNvGrpSpPr/>
          <p:nvPr/>
        </p:nvGrpSpPr>
        <p:grpSpPr>
          <a:xfrm>
            <a:off x="628650" y="2724418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F0522D82-2F7D-769B-BB95-5994B0C20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4AB07A-A642-06E4-3A27-CE10680DA1BF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Nose(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향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D05AF7-0314-1677-4D27-537EB7F092A5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551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페퍼민트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멜론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  오이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4810FE4-8981-3CB6-4385-E3740E8BEFDB}"/>
              </a:ext>
            </a:extLst>
          </p:cNvPr>
          <p:cNvGrpSpPr/>
          <p:nvPr/>
        </p:nvGrpSpPr>
        <p:grpSpPr>
          <a:xfrm>
            <a:off x="628650" y="5153007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187957AD-E5A5-F43C-CF14-F85DF4CBA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FCF4D3-1F50-3CD1-CDEB-380524379971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800" b="0" i="0" u="none" dirty="0">
                  <a:solidFill>
                    <a:srgbClr val="F7F3EC"/>
                  </a:solidFill>
                  <a:latin typeface="Cinzel SemiBold"/>
                </a:rPr>
                <a:t>Finish(</a:t>
              </a:r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여운</a:t>
              </a:r>
              <a:r>
                <a:rPr lang="en-US" altLang="ko-KR" sz="1800" b="0" i="0" u="none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CF9AD5-38D9-DE78-BFC2-C2861AA08832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상쾌한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약간의 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스모키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F04A8D6-A2F4-7C26-990D-456FF59B0848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두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하쿠슈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DR(NAS),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43%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40869-0B1F-7D98-79F2-8587A02A80CE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1E514F2-4EA7-E242-C984-AF6E40CD474B}"/>
              </a:ext>
            </a:extLst>
          </p:cNvPr>
          <p:cNvGrpSpPr/>
          <p:nvPr/>
        </p:nvGrpSpPr>
        <p:grpSpPr>
          <a:xfrm>
            <a:off x="628650" y="3927686"/>
            <a:ext cx="4905375" cy="1108792"/>
            <a:chOff x="4368849" y="3429000"/>
            <a:chExt cx="3454449" cy="1108792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5EF583F3-19E8-A726-D6D8-E6D4988F5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56E5A2-9339-5CAA-0F8C-EBE9AA5EF1EB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유자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자몽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   레몬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타임 허브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FDAB6F-EB6A-433C-C1B2-A77E487CC957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Palate(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맛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3A8171-7A1A-B9CB-65D2-72E34D7C7642}"/>
              </a:ext>
            </a:extLst>
          </p:cNvPr>
          <p:cNvGrpSpPr/>
          <p:nvPr/>
        </p:nvGrpSpPr>
        <p:grpSpPr>
          <a:xfrm>
            <a:off x="628650" y="1499097"/>
            <a:ext cx="4905375" cy="1108792"/>
            <a:chOff x="628502" y="3441332"/>
            <a:chExt cx="3454449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D348D2A2-2657-8881-E680-6E9B07C6C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DB5A37-5A35-7D00-1B91-D9B8C8818AFB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캐스크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36BA56-E110-A7CC-125A-C4D8C3E2AFB3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버번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6" name="그림 5" descr="하쿠슈 DR 전국 가격비교하고 구매 | 데일리샷에서 모든 위스키 가격 비교하고 내 주변에서 구매하기 2026">
            <a:extLst>
              <a:ext uri="{FF2B5EF4-FFF2-40B4-BE49-F238E27FC236}">
                <a16:creationId xmlns:a16="http://schemas.microsoft.com/office/drawing/2014/main" id="{8EDC8C09-2400-7C41-C92B-74D2BA5D1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124" y="1499097"/>
            <a:ext cx="4762702" cy="476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3205-C5B1-97D3-EDB1-4F9488D9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9049351-7BAC-40D9-B814-69CF190B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18FE1586-8586-3F8F-29EA-09B5EB1EBEFD}"/>
              </a:ext>
            </a:extLst>
          </p:cNvPr>
          <p:cNvGrpSpPr/>
          <p:nvPr/>
        </p:nvGrpSpPr>
        <p:grpSpPr>
          <a:xfrm>
            <a:off x="628650" y="2724418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9C76F165-208E-F919-43E4-2D886ACED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8CD785-BF4C-6057-0191-E11A5077DFDA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Nose(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향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B96529-FB7C-4420-A336-917FED44B16E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향신료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헤더 꿀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라벤더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6AB20F-BE7A-2306-8AC8-534241BFC826}"/>
              </a:ext>
            </a:extLst>
          </p:cNvPr>
          <p:cNvGrpSpPr/>
          <p:nvPr/>
        </p:nvGrpSpPr>
        <p:grpSpPr>
          <a:xfrm>
            <a:off x="628650" y="5153007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719ED975-7464-A656-66E4-479919A4C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D858EA-4FEF-2201-C2DE-9CB58F0CDB7E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800" b="0" i="0" u="none" dirty="0">
                  <a:solidFill>
                    <a:srgbClr val="F7F3EC"/>
                  </a:solidFill>
                  <a:latin typeface="Cinzel SemiBold"/>
                </a:rPr>
                <a:t>Finish(</a:t>
              </a:r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여운</a:t>
              </a:r>
              <a:r>
                <a:rPr lang="en-US" altLang="ko-KR" sz="1800" b="0" i="0" u="none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15BAEF-8DBC-DD17-8B13-4D143EE60A35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생강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몰트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오렌지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자몽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껍질</a:t>
              </a:r>
              <a:endParaRPr lang="en-US" altLang="ko-KR" sz="1275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333E879-6A30-EEF8-DB89-1C86BF5CCA2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세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애버펄디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12Y,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473E3-34C2-207A-B9BD-669AE1C01AC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10A92C4-81F9-2E41-BA03-47DBD10715B8}"/>
              </a:ext>
            </a:extLst>
          </p:cNvPr>
          <p:cNvGrpSpPr/>
          <p:nvPr/>
        </p:nvGrpSpPr>
        <p:grpSpPr>
          <a:xfrm>
            <a:off x="628650" y="3927686"/>
            <a:ext cx="4905375" cy="1122727"/>
            <a:chOff x="4368849" y="3429000"/>
            <a:chExt cx="3454449" cy="1122727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1BEE779E-5479-A6E3-C725-9BDA15D23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E657D2-4BC7-0F58-4454-D3310562618C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4919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견과류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바닐라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버터스카치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파인애플</a:t>
              </a:r>
              <a:endParaRPr lang="en-US" altLang="ko-KR" sz="1275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사과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퍼지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시럽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15E04F-0CDC-A669-A71B-12098A98C7E8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Palate(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맛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7D5886E-1BCC-E273-8289-A5AD44383263}"/>
              </a:ext>
            </a:extLst>
          </p:cNvPr>
          <p:cNvGrpSpPr/>
          <p:nvPr/>
        </p:nvGrpSpPr>
        <p:grpSpPr>
          <a:xfrm>
            <a:off x="628650" y="1499097"/>
            <a:ext cx="4905375" cy="1108792"/>
            <a:chOff x="628502" y="3441332"/>
            <a:chExt cx="3454449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DC4C5089-21D7-F5C9-D716-D35F2F141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3DFC53-F065-FE84-7B92-0A1F9D2F624F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캐스크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2FE31F1-113F-B435-1377-19F08DD9C1D9}"/>
                </a:ext>
              </a:extLst>
            </p:cNvPr>
            <p:cNvSpPr txBox="1"/>
            <p:nvPr/>
          </p:nvSpPr>
          <p:spPr>
            <a:xfrm>
              <a:off x="904875" y="4059733"/>
              <a:ext cx="3178076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셰리 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&amp;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버번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&amp;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리필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(re-fill),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리차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(re-char)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6" name="그림 5" descr="애버펠디 12년 1L 전국 가격비교하고 구매 | 데일리샷에서 모든 위스키 가격 비교하고 내 주변에서 구매하기 2026">
            <a:extLst>
              <a:ext uri="{FF2B5EF4-FFF2-40B4-BE49-F238E27FC236}">
                <a16:creationId xmlns:a16="http://schemas.microsoft.com/office/drawing/2014/main" id="{906A3E22-6236-1C3B-8A27-5BCAFFBA5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724" y="1540671"/>
            <a:ext cx="4702075" cy="47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2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2978-49F3-413F-B678-09AE9DD1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9597F3B-5EE0-EEC3-CAB4-99379618D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" y="226772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9C4AD147-3C14-6C2B-EF45-52E35CC59AB1}"/>
              </a:ext>
            </a:extLst>
          </p:cNvPr>
          <p:cNvGrpSpPr/>
          <p:nvPr/>
        </p:nvGrpSpPr>
        <p:grpSpPr>
          <a:xfrm>
            <a:off x="628650" y="2724418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E1C5656F-3071-06EC-8156-A89BEE672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9FFFC8-96D7-A470-08A4-28FF9C1B82B2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Nose(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향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7FCA6C-850C-0412-9CB9-ABDA65B383E6}"/>
                </a:ext>
              </a:extLst>
            </p:cNvPr>
            <p:cNvSpPr txBox="1"/>
            <p:nvPr/>
          </p:nvSpPr>
          <p:spPr>
            <a:xfrm>
              <a:off x="904875" y="4059733"/>
              <a:ext cx="3134235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스모키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다크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초콜릿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     레몬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라임        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흑후추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C00CE1F-8DFE-9AA5-1C32-783E60B53B2B}"/>
              </a:ext>
            </a:extLst>
          </p:cNvPr>
          <p:cNvGrpSpPr/>
          <p:nvPr/>
        </p:nvGrpSpPr>
        <p:grpSpPr>
          <a:xfrm>
            <a:off x="628650" y="5153007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D221033C-314E-C08A-A5B2-1CD6D38A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6C9189-7661-7B8A-7A62-C242E76D8E80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800" b="0" i="0" u="none" dirty="0">
                  <a:solidFill>
                    <a:srgbClr val="F7F3EC"/>
                  </a:solidFill>
                  <a:latin typeface="Cinzel SemiBold"/>
                </a:rPr>
                <a:t>Finish(</a:t>
              </a:r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여운</a:t>
              </a:r>
              <a:r>
                <a:rPr lang="en-US" altLang="ko-KR" sz="1800" b="0" i="0" u="none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0F3D57-E043-B7D0-2713-B3DCC3395308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허브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 배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 소나무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바닐라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계피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헤이즐럿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F3F4C98-207B-567C-75F8-15D9F1E67D4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네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아드벡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46%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8C0D6-BDBE-BFDA-AD53-FB21925CCE1A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12E3E2C-D5D4-994F-1D68-AD2A441DC1DA}"/>
              </a:ext>
            </a:extLst>
          </p:cNvPr>
          <p:cNvGrpSpPr/>
          <p:nvPr/>
        </p:nvGrpSpPr>
        <p:grpSpPr>
          <a:xfrm>
            <a:off x="628650" y="3927686"/>
            <a:ext cx="4905375" cy="1108792"/>
            <a:chOff x="4368849" y="3429000"/>
            <a:chExt cx="3454449" cy="1108792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DCD33803-6977-8F56-7949-1F12A5314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EB1E9C-9997-7BC6-4448-CF278C4EDA07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피트 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     구운 파인애플       배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       아몬드     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토피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00B891-B193-0D7A-1778-6EBE44579F0D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Palate(</a:t>
              </a:r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맛</a:t>
              </a:r>
              <a:r>
                <a:rPr lang="en-US" altLang="ko-KR" dirty="0">
                  <a:solidFill>
                    <a:srgbClr val="F7F3EC"/>
                  </a:solidFill>
                  <a:latin typeface="Cinzel SemiBold"/>
                </a:rPr>
                <a:t>)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F6A9D62-5645-7A27-BE9E-D2FECAB327B5}"/>
              </a:ext>
            </a:extLst>
          </p:cNvPr>
          <p:cNvGrpSpPr/>
          <p:nvPr/>
        </p:nvGrpSpPr>
        <p:grpSpPr>
          <a:xfrm>
            <a:off x="628650" y="1499097"/>
            <a:ext cx="4905375" cy="1108792"/>
            <a:chOff x="628502" y="3441332"/>
            <a:chExt cx="3454449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C3BA1986-C1F6-1D19-F02B-B14E74C14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65615D1-BC0B-6C53-0CA1-3242A41D14DB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캐스크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D23710-17A4-B4BE-FD70-A60BF19CF166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버번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275" dirty="0">
                  <a:solidFill>
                    <a:srgbClr val="CBBFAE"/>
                  </a:solidFill>
                  <a:latin typeface="Noto Sans KR"/>
                </a:rPr>
                <a:t>&amp;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올로로소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셰리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캐스크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6" name="그림 5" descr="아드벡 10년 전국 가격비교하고 구매 | 데일리샷에서 모든 위스키 가격 비교하고 내 주변에서 구매하기 2026">
            <a:extLst>
              <a:ext uri="{FF2B5EF4-FFF2-40B4-BE49-F238E27FC236}">
                <a16:creationId xmlns:a16="http://schemas.microsoft.com/office/drawing/2014/main" id="{8E13FE7E-001D-FFAB-2625-E92264AC0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935" y="1527207"/>
            <a:ext cx="4734592" cy="473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9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282" y="2442269"/>
            <a:ext cx="1148143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0C987"/>
                </a:solidFill>
                <a:latin typeface="Cinzel"/>
              </a:rPr>
              <a:t>Finish</a:t>
            </a:r>
            <a:endParaRPr sz="54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" y="3423344"/>
            <a:ext cx="10934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CBBFAE"/>
                </a:solidFill>
                <a:latin typeface="Noto Sans KR"/>
              </a:rPr>
              <a:t>Now, let’s dive into some whiskey!</a:t>
            </a:r>
            <a:endParaRPr sz="1650" b="0" i="0" u="none" dirty="0">
              <a:solidFill>
                <a:srgbClr val="CBBFAE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4187130"/>
            <a:ext cx="10934700" cy="207749"/>
          </a:xfrm>
          <a:prstGeom prst="rect">
            <a:avLst/>
          </a:prstGeom>
          <a:noFill/>
        </p:spPr>
        <p:txBody>
          <a:bodyPr wrap="square" lIns="219223" tIns="0" rIns="0" bIns="0" anchor="t">
            <a:spAutoFit/>
          </a:bodyPr>
          <a:lstStyle/>
          <a:p>
            <a:pPr algn="ctr"/>
            <a:r>
              <a:rPr lang="ko-KR" altLang="en-US" sz="1350" dirty="0" err="1">
                <a:solidFill>
                  <a:srgbClr val="E2B466"/>
                </a:solidFill>
                <a:latin typeface="Noto Sans KR"/>
              </a:rPr>
              <a:t>위스커버리</a:t>
            </a:r>
            <a:r>
              <a:rPr lang="en-US" altLang="ko-KR" sz="1350" dirty="0">
                <a:solidFill>
                  <a:srgbClr val="E2B466"/>
                </a:solidFill>
                <a:latin typeface="Noto Sans KR"/>
              </a:rPr>
              <a:t>CS 9</a:t>
            </a:r>
            <a:r>
              <a:rPr lang="ko-KR" altLang="en-US" sz="1350" dirty="0">
                <a:solidFill>
                  <a:srgbClr val="E2B466"/>
                </a:solidFill>
                <a:latin typeface="Noto Sans KR"/>
              </a:rPr>
              <a:t>월 정모</a:t>
            </a:r>
            <a:endParaRPr sz="1350" b="0" i="0" u="none" dirty="0">
              <a:solidFill>
                <a:srgbClr val="E2B466"/>
              </a:solidFill>
              <a:latin typeface="Noto Sans K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88" y="4215705"/>
            <a:ext cx="143023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2122</TotalTime>
  <Words>418</Words>
  <Application>Microsoft Macintosh PowerPoint</Application>
  <PresentationFormat>와이드스크린</PresentationFormat>
  <Paragraphs>76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Cinzel</vt:lpstr>
      <vt:lpstr>Cinzel SemiBold</vt:lpstr>
      <vt:lpstr>Noto Sans KR</vt:lpstr>
      <vt:lpstr>Noto Sans KR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Hyeon-seung Yoo</cp:lastModifiedBy>
  <cp:revision>14</cp:revision>
  <dcterms:created xsi:type="dcterms:W3CDTF">2013-01-27T09:14:16Z</dcterms:created>
  <dcterms:modified xsi:type="dcterms:W3CDTF">2026-09-16T12:40:00Z</dcterms:modified>
  <cp:category/>
</cp:coreProperties>
</file>